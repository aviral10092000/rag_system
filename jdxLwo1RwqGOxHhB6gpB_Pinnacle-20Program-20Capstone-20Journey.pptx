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6"/>
  </p:notesMasterIdLst>
  <p:handoutMasterIdLst>
    <p:handoutMasterId r:id="rId27"/>
  </p:handoutMasterIdLst>
  <p:sldIdLst>
    <p:sldId id="317" r:id="rId5"/>
    <p:sldId id="307" r:id="rId6"/>
    <p:sldId id="308" r:id="rId7"/>
    <p:sldId id="309" r:id="rId8"/>
    <p:sldId id="263" r:id="rId9"/>
    <p:sldId id="310" r:id="rId10"/>
    <p:sldId id="311" r:id="rId11"/>
    <p:sldId id="318" r:id="rId12"/>
    <p:sldId id="312" r:id="rId13"/>
    <p:sldId id="319" r:id="rId14"/>
    <p:sldId id="320" r:id="rId15"/>
    <p:sldId id="321" r:id="rId16"/>
    <p:sldId id="322" r:id="rId17"/>
    <p:sldId id="316" r:id="rId18"/>
    <p:sldId id="323" r:id="rId19"/>
    <p:sldId id="324" r:id="rId20"/>
    <p:sldId id="328" r:id="rId21"/>
    <p:sldId id="325" r:id="rId22"/>
    <p:sldId id="326" r:id="rId23"/>
    <p:sldId id="327" r:id="rId24"/>
    <p:sldId id="30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636A58"/>
    <a:srgbClr val="505A47"/>
    <a:srgbClr val="D1D8B7"/>
    <a:srgbClr val="A09D79"/>
    <a:srgbClr val="AD5C4D"/>
    <a:srgbClr val="543E35"/>
    <a:srgbClr val="637700"/>
    <a:srgbClr val="FFF4ED"/>
    <a:srgbClr val="5E6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24BEAA-A985-44A0-B050-B26AAEF2071B}" v="25" dt="2025-05-12T07:33:34.930"/>
  </p1510:revLst>
</p1510:revInfo>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405" autoAdjust="0"/>
  </p:normalViewPr>
  <p:slideViewPr>
    <p:cSldViewPr snapToGrid="0">
      <p:cViewPr varScale="1">
        <p:scale>
          <a:sx n="78" d="100"/>
          <a:sy n="78" d="100"/>
        </p:scale>
        <p:origin x="878" y="72"/>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viral Verma" userId="36eb46576982960f" providerId="LiveId" clId="{6A24BEAA-A985-44A0-B050-B26AAEF2071B}"/>
    <pc:docChg chg="undo custSel addSld delSld modSld">
      <pc:chgData name="Aviral Verma" userId="36eb46576982960f" providerId="LiveId" clId="{6A24BEAA-A985-44A0-B050-B26AAEF2071B}" dt="2025-05-12T07:34:35.927" v="4894" actId="20577"/>
      <pc:docMkLst>
        <pc:docMk/>
      </pc:docMkLst>
      <pc:sldChg chg="modSp mod">
        <pc:chgData name="Aviral Verma" userId="36eb46576982960f" providerId="LiveId" clId="{6A24BEAA-A985-44A0-B050-B26AAEF2071B}" dt="2025-05-06T06:29:29.087" v="103" actId="20577"/>
        <pc:sldMkLst>
          <pc:docMk/>
          <pc:sldMk cId="1096717490" sldId="263"/>
        </pc:sldMkLst>
        <pc:spChg chg="mod">
          <ac:chgData name="Aviral Verma" userId="36eb46576982960f" providerId="LiveId" clId="{6A24BEAA-A985-44A0-B050-B26AAEF2071B}" dt="2025-05-06T06:29:29.087" v="103" actId="20577"/>
          <ac:spMkLst>
            <pc:docMk/>
            <pc:sldMk cId="1096717490" sldId="263"/>
            <ac:spMk id="11" creationId="{2A3D95EF-8A67-7F71-37EF-9EB02511B163}"/>
          </ac:spMkLst>
        </pc:spChg>
        <pc:spChg chg="mod">
          <ac:chgData name="Aviral Verma" userId="36eb46576982960f" providerId="LiveId" clId="{6A24BEAA-A985-44A0-B050-B26AAEF2071B}" dt="2025-05-06T06:29:20.222" v="84" actId="20577"/>
          <ac:spMkLst>
            <pc:docMk/>
            <pc:sldMk cId="1096717490" sldId="263"/>
            <ac:spMk id="15" creationId="{C7846849-DC0A-EE3B-2E5E-D669EC1273D6}"/>
          </ac:spMkLst>
        </pc:spChg>
      </pc:sldChg>
      <pc:sldChg chg="modSp mod">
        <pc:chgData name="Aviral Verma" userId="36eb46576982960f" providerId="LiveId" clId="{6A24BEAA-A985-44A0-B050-B26AAEF2071B}" dt="2025-05-12T07:31:57.593" v="4761" actId="20577"/>
        <pc:sldMkLst>
          <pc:docMk/>
          <pc:sldMk cId="2188828507" sldId="304"/>
        </pc:sldMkLst>
        <pc:spChg chg="mod">
          <ac:chgData name="Aviral Verma" userId="36eb46576982960f" providerId="LiveId" clId="{6A24BEAA-A985-44A0-B050-B26AAEF2071B}" dt="2025-05-12T07:31:57.593" v="4761" actId="20577"/>
          <ac:spMkLst>
            <pc:docMk/>
            <pc:sldMk cId="2188828507" sldId="304"/>
            <ac:spMk id="6" creationId="{D5DC0028-4150-0F89-E59C-F563C67F6CFD}"/>
          </ac:spMkLst>
        </pc:spChg>
        <pc:spChg chg="mod">
          <ac:chgData name="Aviral Verma" userId="36eb46576982960f" providerId="LiveId" clId="{6A24BEAA-A985-44A0-B050-B26AAEF2071B}" dt="2025-05-12T07:29:11.302" v="4507" actId="20577"/>
          <ac:spMkLst>
            <pc:docMk/>
            <pc:sldMk cId="2188828507" sldId="304"/>
            <ac:spMk id="11" creationId="{C6DCC38C-603B-CCD0-2914-0BBCD4F4F74E}"/>
          </ac:spMkLst>
        </pc:spChg>
      </pc:sldChg>
      <pc:sldChg chg="modSp mod">
        <pc:chgData name="Aviral Verma" userId="36eb46576982960f" providerId="LiveId" clId="{6A24BEAA-A985-44A0-B050-B26AAEF2071B}" dt="2025-05-12T07:34:35.927" v="4894" actId="20577"/>
        <pc:sldMkLst>
          <pc:docMk/>
          <pc:sldMk cId="586478555" sldId="307"/>
        </pc:sldMkLst>
        <pc:spChg chg="mod">
          <ac:chgData name="Aviral Verma" userId="36eb46576982960f" providerId="LiveId" clId="{6A24BEAA-A985-44A0-B050-B26AAEF2071B}" dt="2025-05-12T07:34:35.927" v="4894" actId="20577"/>
          <ac:spMkLst>
            <pc:docMk/>
            <pc:sldMk cId="586478555" sldId="307"/>
            <ac:spMk id="2" creationId="{C3F46C7B-D29F-368C-FEEC-CDFA125F8E5C}"/>
          </ac:spMkLst>
        </pc:spChg>
        <pc:graphicFrameChg chg="mod modGraphic">
          <ac:chgData name="Aviral Verma" userId="36eb46576982960f" providerId="LiveId" clId="{6A24BEAA-A985-44A0-B050-B26AAEF2071B}" dt="2025-05-12T07:34:29.907" v="4892" actId="20577"/>
          <ac:graphicFrameMkLst>
            <pc:docMk/>
            <pc:sldMk cId="586478555" sldId="307"/>
            <ac:graphicFrameMk id="6" creationId="{0D6FB95E-6987-A57C-3663-3FD6F6FAC24E}"/>
          </ac:graphicFrameMkLst>
        </pc:graphicFrameChg>
      </pc:sldChg>
      <pc:sldChg chg="modSp mod">
        <pc:chgData name="Aviral Verma" userId="36eb46576982960f" providerId="LiveId" clId="{6A24BEAA-A985-44A0-B050-B26AAEF2071B}" dt="2025-05-06T06:28:33.462" v="63" actId="20577"/>
        <pc:sldMkLst>
          <pc:docMk/>
          <pc:sldMk cId="1966913227" sldId="309"/>
        </pc:sldMkLst>
        <pc:spChg chg="mod">
          <ac:chgData name="Aviral Verma" userId="36eb46576982960f" providerId="LiveId" clId="{6A24BEAA-A985-44A0-B050-B26AAEF2071B}" dt="2025-05-06T06:28:33.462" v="63" actId="20577"/>
          <ac:spMkLst>
            <pc:docMk/>
            <pc:sldMk cId="1966913227" sldId="309"/>
            <ac:spMk id="8" creationId="{BCFDA37B-399A-B9F0-7A7D-2A891EB7FFA6}"/>
          </ac:spMkLst>
        </pc:spChg>
      </pc:sldChg>
      <pc:sldChg chg="modSp mod">
        <pc:chgData name="Aviral Verma" userId="36eb46576982960f" providerId="LiveId" clId="{6A24BEAA-A985-44A0-B050-B26AAEF2071B}" dt="2025-05-06T06:42:43.614" v="700"/>
        <pc:sldMkLst>
          <pc:docMk/>
          <pc:sldMk cId="4230106960" sldId="310"/>
        </pc:sldMkLst>
        <pc:spChg chg="mod">
          <ac:chgData name="Aviral Verma" userId="36eb46576982960f" providerId="LiveId" clId="{6A24BEAA-A985-44A0-B050-B26AAEF2071B}" dt="2025-05-06T06:29:51.041" v="154" actId="5793"/>
          <ac:spMkLst>
            <pc:docMk/>
            <pc:sldMk cId="4230106960" sldId="310"/>
            <ac:spMk id="11" creationId="{949404F1-8E94-7D3D-71E2-A1A4B7CBCB4A}"/>
          </ac:spMkLst>
        </pc:spChg>
        <pc:spChg chg="mod">
          <ac:chgData name="Aviral Verma" userId="36eb46576982960f" providerId="LiveId" clId="{6A24BEAA-A985-44A0-B050-B26AAEF2071B}" dt="2025-05-06T06:42:43.614" v="700"/>
          <ac:spMkLst>
            <pc:docMk/>
            <pc:sldMk cId="4230106960" sldId="310"/>
            <ac:spMk id="14" creationId="{F4A3718F-D67C-255A-4B64-BA379609FCD0}"/>
          </ac:spMkLst>
        </pc:spChg>
        <pc:spChg chg="mod">
          <ac:chgData name="Aviral Verma" userId="36eb46576982960f" providerId="LiveId" clId="{6A24BEAA-A985-44A0-B050-B26AAEF2071B}" dt="2025-05-06T06:41:03.781" v="698" actId="20577"/>
          <ac:spMkLst>
            <pc:docMk/>
            <pc:sldMk cId="4230106960" sldId="310"/>
            <ac:spMk id="17" creationId="{2F3CEF66-C6D7-C765-24E7-1DCFB38FE51A}"/>
          </ac:spMkLst>
        </pc:spChg>
      </pc:sldChg>
      <pc:sldChg chg="addSp delSp modSp mod">
        <pc:chgData name="Aviral Verma" userId="36eb46576982960f" providerId="LiveId" clId="{6A24BEAA-A985-44A0-B050-B26AAEF2071B}" dt="2025-05-06T07:06:29.945" v="1646"/>
        <pc:sldMkLst>
          <pc:docMk/>
          <pc:sldMk cId="3748348926" sldId="311"/>
        </pc:sldMkLst>
        <pc:spChg chg="mod">
          <ac:chgData name="Aviral Verma" userId="36eb46576982960f" providerId="LiveId" clId="{6A24BEAA-A985-44A0-B050-B26AAEF2071B}" dt="2025-05-06T07:06:00.311" v="1641" actId="14100"/>
          <ac:spMkLst>
            <pc:docMk/>
            <pc:sldMk cId="3748348926" sldId="311"/>
            <ac:spMk id="11" creationId="{7A49C0DA-C8AE-5ECC-149A-D60ECFF8C1EB}"/>
          </ac:spMkLst>
        </pc:spChg>
        <pc:graphicFrameChg chg="add mod ord modGraphic">
          <ac:chgData name="Aviral Verma" userId="36eb46576982960f" providerId="LiveId" clId="{6A24BEAA-A985-44A0-B050-B26AAEF2071B}" dt="2025-05-06T07:06:29.945" v="1646"/>
          <ac:graphicFrameMkLst>
            <pc:docMk/>
            <pc:sldMk cId="3748348926" sldId="311"/>
            <ac:graphicFrameMk id="2" creationId="{3C6889DE-FC3D-37C6-2ED7-1EC85E07D675}"/>
          </ac:graphicFrameMkLst>
        </pc:graphicFrameChg>
      </pc:sldChg>
      <pc:sldChg chg="addSp delSp modSp mod">
        <pc:chgData name="Aviral Verma" userId="36eb46576982960f" providerId="LiveId" clId="{6A24BEAA-A985-44A0-B050-B26AAEF2071B}" dt="2025-05-09T06:07:28.014" v="2846" actId="931"/>
        <pc:sldMkLst>
          <pc:docMk/>
          <pc:sldMk cId="859909800" sldId="312"/>
        </pc:sldMkLst>
        <pc:spChg chg="mod">
          <ac:chgData name="Aviral Verma" userId="36eb46576982960f" providerId="LiveId" clId="{6A24BEAA-A985-44A0-B050-B26AAEF2071B}" dt="2025-05-09T06:03:44.330" v="2701" actId="20577"/>
          <ac:spMkLst>
            <pc:docMk/>
            <pc:sldMk cId="859909800" sldId="312"/>
            <ac:spMk id="3" creationId="{DE597F60-88E2-C430-D52B-6604405AD55C}"/>
          </ac:spMkLst>
        </pc:spChg>
        <pc:spChg chg="mod">
          <ac:chgData name="Aviral Verma" userId="36eb46576982960f" providerId="LiveId" clId="{6A24BEAA-A985-44A0-B050-B26AAEF2071B}" dt="2025-05-06T07:09:11.901" v="1714" actId="20577"/>
          <ac:spMkLst>
            <pc:docMk/>
            <pc:sldMk cId="859909800" sldId="312"/>
            <ac:spMk id="5" creationId="{E95044F7-BD97-2FDE-4E33-A565BCF0EFEC}"/>
          </ac:spMkLst>
        </pc:spChg>
        <pc:spChg chg="add mod">
          <ac:chgData name="Aviral Verma" userId="36eb46576982960f" providerId="LiveId" clId="{6A24BEAA-A985-44A0-B050-B26AAEF2071B}" dt="2025-05-09T06:07:28.014" v="2846" actId="931"/>
          <ac:spMkLst>
            <pc:docMk/>
            <pc:sldMk cId="859909800" sldId="312"/>
            <ac:spMk id="8" creationId="{37772120-64F4-F500-313B-64B20749C928}"/>
          </ac:spMkLst>
        </pc:spChg>
        <pc:picChg chg="add mod">
          <ac:chgData name="Aviral Verma" userId="36eb46576982960f" providerId="LiveId" clId="{6A24BEAA-A985-44A0-B050-B26AAEF2071B}" dt="2025-05-09T06:07:28.014" v="2846" actId="931"/>
          <ac:picMkLst>
            <pc:docMk/>
            <pc:sldMk cId="859909800" sldId="312"/>
            <ac:picMk id="7" creationId="{57011E0D-005B-17CF-4E77-E50E32CAE147}"/>
          </ac:picMkLst>
        </pc:picChg>
      </pc:sldChg>
      <pc:sldChg chg="addSp delSp modSp del mod">
        <pc:chgData name="Aviral Verma" userId="36eb46576982960f" providerId="LiveId" clId="{6A24BEAA-A985-44A0-B050-B26AAEF2071B}" dt="2025-05-09T07:55:22.094" v="3481" actId="47"/>
        <pc:sldMkLst>
          <pc:docMk/>
          <pc:sldMk cId="4132147533" sldId="314"/>
        </pc:sldMkLst>
      </pc:sldChg>
      <pc:sldChg chg="addSp delSp modSp del mod">
        <pc:chgData name="Aviral Verma" userId="36eb46576982960f" providerId="LiveId" clId="{6A24BEAA-A985-44A0-B050-B26AAEF2071B}" dt="2025-05-12T04:09:12.369" v="3531" actId="47"/>
        <pc:sldMkLst>
          <pc:docMk/>
          <pc:sldMk cId="3064996118" sldId="315"/>
        </pc:sldMkLst>
        <pc:spChg chg="add del mod">
          <ac:chgData name="Aviral Verma" userId="36eb46576982960f" providerId="LiveId" clId="{6A24BEAA-A985-44A0-B050-B26AAEF2071B}" dt="2025-05-12T04:09:09.845" v="3530" actId="478"/>
          <ac:spMkLst>
            <pc:docMk/>
            <pc:sldMk cId="3064996118" sldId="315"/>
            <ac:spMk id="3" creationId="{69DF7D9B-C626-5F6E-D39F-27251DCD7DAB}"/>
          </ac:spMkLst>
        </pc:spChg>
        <pc:spChg chg="mod">
          <ac:chgData name="Aviral Verma" userId="36eb46576982960f" providerId="LiveId" clId="{6A24BEAA-A985-44A0-B050-B26AAEF2071B}" dt="2025-05-12T04:09:02.887" v="3529" actId="313"/>
          <ac:spMkLst>
            <pc:docMk/>
            <pc:sldMk cId="3064996118" sldId="315"/>
            <ac:spMk id="10" creationId="{4E4F88F8-17E5-45E3-77B1-77FACD99FF63}"/>
          </ac:spMkLst>
        </pc:spChg>
        <pc:graphicFrameChg chg="del">
          <ac:chgData name="Aviral Verma" userId="36eb46576982960f" providerId="LiveId" clId="{6A24BEAA-A985-44A0-B050-B26AAEF2071B}" dt="2025-05-12T04:08:59.881" v="3528" actId="478"/>
          <ac:graphicFrameMkLst>
            <pc:docMk/>
            <pc:sldMk cId="3064996118" sldId="315"/>
            <ac:graphicFrameMk id="8" creationId="{5B6855E3-2188-20C8-4DD6-E45BC792C983}"/>
          </ac:graphicFrameMkLst>
        </pc:graphicFrameChg>
      </pc:sldChg>
      <pc:sldChg chg="addSp delSp modSp mod">
        <pc:chgData name="Aviral Verma" userId="36eb46576982960f" providerId="LiveId" clId="{6A24BEAA-A985-44A0-B050-B26AAEF2071B}" dt="2025-05-09T06:14:45.044" v="2968" actId="114"/>
        <pc:sldMkLst>
          <pc:docMk/>
          <pc:sldMk cId="537809529" sldId="316"/>
        </pc:sldMkLst>
        <pc:spChg chg="mod">
          <ac:chgData name="Aviral Verma" userId="36eb46576982960f" providerId="LiveId" clId="{6A24BEAA-A985-44A0-B050-B26AAEF2071B}" dt="2025-05-09T06:14:45.044" v="2968" actId="114"/>
          <ac:spMkLst>
            <pc:docMk/>
            <pc:sldMk cId="537809529" sldId="316"/>
            <ac:spMk id="3" creationId="{CF3ADB94-FC21-07C5-1FC9-E729C5DEDFC6}"/>
          </ac:spMkLst>
        </pc:spChg>
        <pc:spChg chg="mod">
          <ac:chgData name="Aviral Verma" userId="36eb46576982960f" providerId="LiveId" clId="{6A24BEAA-A985-44A0-B050-B26AAEF2071B}" dt="2025-05-09T06:10:54.129" v="2952" actId="20577"/>
          <ac:spMkLst>
            <pc:docMk/>
            <pc:sldMk cId="537809529" sldId="316"/>
            <ac:spMk id="17" creationId="{96E3FD31-D19A-BFEB-821F-C00103830DC9}"/>
          </ac:spMkLst>
        </pc:spChg>
      </pc:sldChg>
      <pc:sldChg chg="delSp modSp add mod setBg">
        <pc:chgData name="Aviral Verma" userId="36eb46576982960f" providerId="LiveId" clId="{6A24BEAA-A985-44A0-B050-B26AAEF2071B}" dt="2025-05-06T07:09:01.457" v="1699" actId="20577"/>
        <pc:sldMkLst>
          <pc:docMk/>
          <pc:sldMk cId="2065298474" sldId="318"/>
        </pc:sldMkLst>
        <pc:spChg chg="mod">
          <ac:chgData name="Aviral Verma" userId="36eb46576982960f" providerId="LiveId" clId="{6A24BEAA-A985-44A0-B050-B26AAEF2071B}" dt="2025-05-06T07:09:01.457" v="1699" actId="20577"/>
          <ac:spMkLst>
            <pc:docMk/>
            <pc:sldMk cId="2065298474" sldId="318"/>
            <ac:spMk id="11" creationId="{19B45A85-9D75-C382-2483-1B0BC331A358}"/>
          </ac:spMkLst>
        </pc:spChg>
      </pc:sldChg>
      <pc:sldChg chg="addSp delSp modSp add mod">
        <pc:chgData name="Aviral Verma" userId="36eb46576982960f" providerId="LiveId" clId="{6A24BEAA-A985-44A0-B050-B26AAEF2071B}" dt="2025-05-09T06:07:05.993" v="2844" actId="931"/>
        <pc:sldMkLst>
          <pc:docMk/>
          <pc:sldMk cId="4140750432" sldId="319"/>
        </pc:sldMkLst>
        <pc:spChg chg="mod">
          <ac:chgData name="Aviral Verma" userId="36eb46576982960f" providerId="LiveId" clId="{6A24BEAA-A985-44A0-B050-B26AAEF2071B}" dt="2025-05-09T05:58:59.240" v="2437" actId="20577"/>
          <ac:spMkLst>
            <pc:docMk/>
            <pc:sldMk cId="4140750432" sldId="319"/>
            <ac:spMk id="3" creationId="{2F7331D1-562A-C7EA-0670-38C19BCDE7AB}"/>
          </ac:spMkLst>
        </pc:spChg>
        <pc:spChg chg="mod">
          <ac:chgData name="Aviral Verma" userId="36eb46576982960f" providerId="LiveId" clId="{6A24BEAA-A985-44A0-B050-B26AAEF2071B}" dt="2025-05-09T05:47:02.893" v="2107" actId="20577"/>
          <ac:spMkLst>
            <pc:docMk/>
            <pc:sldMk cId="4140750432" sldId="319"/>
            <ac:spMk id="5" creationId="{1FBE5E89-6B16-A9FA-AFAB-E3ECC7298A0F}"/>
          </ac:spMkLst>
        </pc:spChg>
        <pc:spChg chg="add mod">
          <ac:chgData name="Aviral Verma" userId="36eb46576982960f" providerId="LiveId" clId="{6A24BEAA-A985-44A0-B050-B26AAEF2071B}" dt="2025-05-09T06:07:05.993" v="2844" actId="931"/>
          <ac:spMkLst>
            <pc:docMk/>
            <pc:sldMk cId="4140750432" sldId="319"/>
            <ac:spMk id="8" creationId="{B002490A-FCB3-CC11-37DD-04322591CD20}"/>
          </ac:spMkLst>
        </pc:spChg>
        <pc:picChg chg="add mod">
          <ac:chgData name="Aviral Verma" userId="36eb46576982960f" providerId="LiveId" clId="{6A24BEAA-A985-44A0-B050-B26AAEF2071B}" dt="2025-05-09T06:07:05.993" v="2844" actId="931"/>
          <ac:picMkLst>
            <pc:docMk/>
            <pc:sldMk cId="4140750432" sldId="319"/>
            <ac:picMk id="7" creationId="{734A6E58-52CB-9CEF-2D81-14215EA71464}"/>
          </ac:picMkLst>
        </pc:picChg>
      </pc:sldChg>
      <pc:sldChg chg="addSp delSp modSp add mod">
        <pc:chgData name="Aviral Verma" userId="36eb46576982960f" providerId="LiveId" clId="{6A24BEAA-A985-44A0-B050-B26AAEF2071B}" dt="2025-05-09T06:06:38.259" v="2842" actId="931"/>
        <pc:sldMkLst>
          <pc:docMk/>
          <pc:sldMk cId="3263323867" sldId="320"/>
        </pc:sldMkLst>
        <pc:spChg chg="mod">
          <ac:chgData name="Aviral Verma" userId="36eb46576982960f" providerId="LiveId" clId="{6A24BEAA-A985-44A0-B050-B26AAEF2071B}" dt="2025-05-09T06:03:10.257" v="2652" actId="20577"/>
          <ac:spMkLst>
            <pc:docMk/>
            <pc:sldMk cId="3263323867" sldId="320"/>
            <ac:spMk id="3" creationId="{C157053B-3E15-67E4-6AC6-07B3304DE821}"/>
          </ac:spMkLst>
        </pc:spChg>
        <pc:spChg chg="add mod">
          <ac:chgData name="Aviral Verma" userId="36eb46576982960f" providerId="LiveId" clId="{6A24BEAA-A985-44A0-B050-B26AAEF2071B}" dt="2025-05-09T06:06:38.259" v="2842" actId="931"/>
          <ac:spMkLst>
            <pc:docMk/>
            <pc:sldMk cId="3263323867" sldId="320"/>
            <ac:spMk id="8" creationId="{6310A50D-38E6-4A1D-2940-6F7A7B9D2D13}"/>
          </ac:spMkLst>
        </pc:spChg>
        <pc:picChg chg="add mod">
          <ac:chgData name="Aviral Verma" userId="36eb46576982960f" providerId="LiveId" clId="{6A24BEAA-A985-44A0-B050-B26AAEF2071B}" dt="2025-05-09T06:06:38.259" v="2842" actId="931"/>
          <ac:picMkLst>
            <pc:docMk/>
            <pc:sldMk cId="3263323867" sldId="320"/>
            <ac:picMk id="7" creationId="{4474C740-1348-6BDB-0E03-DB9A00D4118E}"/>
          </ac:picMkLst>
        </pc:picChg>
      </pc:sldChg>
      <pc:sldChg chg="addSp delSp modSp add mod">
        <pc:chgData name="Aviral Verma" userId="36eb46576982960f" providerId="LiveId" clId="{6A24BEAA-A985-44A0-B050-B26AAEF2071B}" dt="2025-05-09T06:05:58.861" v="2840" actId="931"/>
        <pc:sldMkLst>
          <pc:docMk/>
          <pc:sldMk cId="3861334858" sldId="321"/>
        </pc:sldMkLst>
        <pc:spChg chg="mod">
          <ac:chgData name="Aviral Verma" userId="36eb46576982960f" providerId="LiveId" clId="{6A24BEAA-A985-44A0-B050-B26AAEF2071B}" dt="2025-05-09T06:05:06.745" v="2836" actId="20577"/>
          <ac:spMkLst>
            <pc:docMk/>
            <pc:sldMk cId="3861334858" sldId="321"/>
            <ac:spMk id="3" creationId="{1233CE98-BA4B-695E-0178-D468D7CD88C6}"/>
          </ac:spMkLst>
        </pc:spChg>
        <pc:spChg chg="mod">
          <ac:chgData name="Aviral Verma" userId="36eb46576982960f" providerId="LiveId" clId="{6A24BEAA-A985-44A0-B050-B26AAEF2071B}" dt="2025-05-09T06:04:22.089" v="2745" actId="313"/>
          <ac:spMkLst>
            <pc:docMk/>
            <pc:sldMk cId="3861334858" sldId="321"/>
            <ac:spMk id="5" creationId="{A72C1320-5609-C454-5A27-B24046753DA6}"/>
          </ac:spMkLst>
        </pc:spChg>
        <pc:spChg chg="add mod">
          <ac:chgData name="Aviral Verma" userId="36eb46576982960f" providerId="LiveId" clId="{6A24BEAA-A985-44A0-B050-B26AAEF2071B}" dt="2025-05-09T06:05:58.861" v="2840" actId="931"/>
          <ac:spMkLst>
            <pc:docMk/>
            <pc:sldMk cId="3861334858" sldId="321"/>
            <ac:spMk id="10" creationId="{AD9B4B49-58C9-0340-2111-5F795F20649F}"/>
          </ac:spMkLst>
        </pc:spChg>
        <pc:picChg chg="add mod">
          <ac:chgData name="Aviral Verma" userId="36eb46576982960f" providerId="LiveId" clId="{6A24BEAA-A985-44A0-B050-B26AAEF2071B}" dt="2025-05-09T06:05:58.861" v="2840" actId="931"/>
          <ac:picMkLst>
            <pc:docMk/>
            <pc:sldMk cId="3861334858" sldId="321"/>
            <ac:picMk id="9" creationId="{C7C39F54-07FF-3DCC-E126-5934EDD60020}"/>
          </ac:picMkLst>
        </pc:picChg>
      </pc:sldChg>
      <pc:sldChg chg="modSp add mod">
        <pc:chgData name="Aviral Verma" userId="36eb46576982960f" providerId="LiveId" clId="{6A24BEAA-A985-44A0-B050-B26AAEF2071B}" dt="2025-05-09T06:10:12.789" v="2927" actId="20577"/>
        <pc:sldMkLst>
          <pc:docMk/>
          <pc:sldMk cId="3925830722" sldId="322"/>
        </pc:sldMkLst>
        <pc:spChg chg="mod">
          <ac:chgData name="Aviral Verma" userId="36eb46576982960f" providerId="LiveId" clId="{6A24BEAA-A985-44A0-B050-B26AAEF2071B}" dt="2025-05-09T06:10:12.789" v="2927" actId="20577"/>
          <ac:spMkLst>
            <pc:docMk/>
            <pc:sldMk cId="3925830722" sldId="322"/>
            <ac:spMk id="11" creationId="{1E13D149-34CE-3031-63C5-1736615DED54}"/>
          </ac:spMkLst>
        </pc:spChg>
      </pc:sldChg>
      <pc:sldChg chg="modSp add mod">
        <pc:chgData name="Aviral Verma" userId="36eb46576982960f" providerId="LiveId" clId="{6A24BEAA-A985-44A0-B050-B26AAEF2071B}" dt="2025-05-09T07:55:05.222" v="3480" actId="20577"/>
        <pc:sldMkLst>
          <pc:docMk/>
          <pc:sldMk cId="512855862" sldId="323"/>
        </pc:sldMkLst>
        <pc:spChg chg="mod">
          <ac:chgData name="Aviral Verma" userId="36eb46576982960f" providerId="LiveId" clId="{6A24BEAA-A985-44A0-B050-B26AAEF2071B}" dt="2025-05-09T07:55:05.222" v="3480" actId="20577"/>
          <ac:spMkLst>
            <pc:docMk/>
            <pc:sldMk cId="512855862" sldId="323"/>
            <ac:spMk id="8" creationId="{6B534192-CAEB-3446-B202-F4D75A3E46FC}"/>
          </ac:spMkLst>
        </pc:spChg>
      </pc:sldChg>
      <pc:sldChg chg="modSp add mod">
        <pc:chgData name="Aviral Verma" userId="36eb46576982960f" providerId="LiveId" clId="{6A24BEAA-A985-44A0-B050-B26AAEF2071B}" dt="2025-05-09T07:53:06.795" v="3443" actId="20577"/>
        <pc:sldMkLst>
          <pc:docMk/>
          <pc:sldMk cId="3614114628" sldId="324"/>
        </pc:sldMkLst>
        <pc:spChg chg="mod">
          <ac:chgData name="Aviral Verma" userId="36eb46576982960f" providerId="LiveId" clId="{6A24BEAA-A985-44A0-B050-B26AAEF2071B}" dt="2025-05-09T07:53:06.795" v="3443" actId="20577"/>
          <ac:spMkLst>
            <pc:docMk/>
            <pc:sldMk cId="3614114628" sldId="324"/>
            <ac:spMk id="8" creationId="{2AE18B97-E366-D98A-F89C-DF9D7AEBC508}"/>
          </ac:spMkLst>
        </pc:spChg>
      </pc:sldChg>
      <pc:sldChg chg="modSp add mod">
        <pc:chgData name="Aviral Verma" userId="36eb46576982960f" providerId="LiveId" clId="{6A24BEAA-A985-44A0-B050-B26AAEF2071B}" dt="2025-05-12T04:21:48.566" v="3887" actId="20577"/>
        <pc:sldMkLst>
          <pc:docMk/>
          <pc:sldMk cId="1202288014" sldId="325"/>
        </pc:sldMkLst>
        <pc:spChg chg="mod">
          <ac:chgData name="Aviral Verma" userId="36eb46576982960f" providerId="LiveId" clId="{6A24BEAA-A985-44A0-B050-B26AAEF2071B}" dt="2025-05-12T04:21:48.566" v="3887" actId="20577"/>
          <ac:spMkLst>
            <pc:docMk/>
            <pc:sldMk cId="1202288014" sldId="325"/>
            <ac:spMk id="3" creationId="{417D7F60-E7FD-F110-6EDD-DCBB0102CBCC}"/>
          </ac:spMkLst>
        </pc:spChg>
        <pc:spChg chg="mod">
          <ac:chgData name="Aviral Verma" userId="36eb46576982960f" providerId="LiveId" clId="{6A24BEAA-A985-44A0-B050-B26AAEF2071B}" dt="2025-05-12T04:12:16.629" v="3581" actId="20577"/>
          <ac:spMkLst>
            <pc:docMk/>
            <pc:sldMk cId="1202288014" sldId="325"/>
            <ac:spMk id="17" creationId="{91D0C342-AAA0-B326-B4C8-5705D9263711}"/>
          </ac:spMkLst>
        </pc:spChg>
      </pc:sldChg>
      <pc:sldChg chg="addSp delSp modSp add mod">
        <pc:chgData name="Aviral Verma" userId="36eb46576982960f" providerId="LiveId" clId="{6A24BEAA-A985-44A0-B050-B26AAEF2071B}" dt="2025-05-12T07:33:10.137" v="4841" actId="20577"/>
        <pc:sldMkLst>
          <pc:docMk/>
          <pc:sldMk cId="3870904156" sldId="326"/>
        </pc:sldMkLst>
        <pc:spChg chg="mod">
          <ac:chgData name="Aviral Verma" userId="36eb46576982960f" providerId="LiveId" clId="{6A24BEAA-A985-44A0-B050-B26AAEF2071B}" dt="2025-05-12T07:33:10.137" v="4841" actId="20577"/>
          <ac:spMkLst>
            <pc:docMk/>
            <pc:sldMk cId="3870904156" sldId="326"/>
            <ac:spMk id="3" creationId="{60D68AED-0C66-28E2-7AC9-1EFC4D6AF8DB}"/>
          </ac:spMkLst>
        </pc:spChg>
        <pc:spChg chg="add del">
          <ac:chgData name="Aviral Verma" userId="36eb46576982960f" providerId="LiveId" clId="{6A24BEAA-A985-44A0-B050-B26AAEF2071B}" dt="2025-05-12T07:27:46.700" v="4415" actId="22"/>
          <ac:spMkLst>
            <pc:docMk/>
            <pc:sldMk cId="3870904156" sldId="326"/>
            <ac:spMk id="4" creationId="{CA73DD56-1122-4F12-5164-87C72E140504}"/>
          </ac:spMkLst>
        </pc:spChg>
      </pc:sldChg>
      <pc:sldChg chg="modSp add mod">
        <pc:chgData name="Aviral Verma" userId="36eb46576982960f" providerId="LiveId" clId="{6A24BEAA-A985-44A0-B050-B26AAEF2071B}" dt="2025-05-12T07:31:01.409" v="4757" actId="20577"/>
        <pc:sldMkLst>
          <pc:docMk/>
          <pc:sldMk cId="2765838813" sldId="327"/>
        </pc:sldMkLst>
        <pc:spChg chg="mod">
          <ac:chgData name="Aviral Verma" userId="36eb46576982960f" providerId="LiveId" clId="{6A24BEAA-A985-44A0-B050-B26AAEF2071B}" dt="2025-05-12T07:31:01.409" v="4757" actId="20577"/>
          <ac:spMkLst>
            <pc:docMk/>
            <pc:sldMk cId="2765838813" sldId="327"/>
            <ac:spMk id="3" creationId="{5054F6EA-EBAF-0184-874F-8FE0EE46BA57}"/>
          </ac:spMkLst>
        </pc:spChg>
      </pc:sldChg>
      <pc:sldChg chg="modSp add del mod">
        <pc:chgData name="Aviral Verma" userId="36eb46576982960f" providerId="LiveId" clId="{6A24BEAA-A985-44A0-B050-B26AAEF2071B}" dt="2025-05-12T07:28:46.922" v="4461" actId="47"/>
        <pc:sldMkLst>
          <pc:docMk/>
          <pc:sldMk cId="3493058350" sldId="327"/>
        </pc:sldMkLst>
        <pc:spChg chg="mod">
          <ac:chgData name="Aviral Verma" userId="36eb46576982960f" providerId="LiveId" clId="{6A24BEAA-A985-44A0-B050-B26AAEF2071B}" dt="2025-05-12T07:28:19.485" v="4460" actId="20577"/>
          <ac:spMkLst>
            <pc:docMk/>
            <pc:sldMk cId="3493058350" sldId="327"/>
            <ac:spMk id="3" creationId="{07D675CD-AAB0-A846-8DC0-668647766ABB}"/>
          </ac:spMkLst>
        </pc:spChg>
      </pc:sldChg>
      <pc:sldChg chg="modSp add mod">
        <pc:chgData name="Aviral Verma" userId="36eb46576982960f" providerId="LiveId" clId="{6A24BEAA-A985-44A0-B050-B26AAEF2071B}" dt="2025-05-12T07:32:22.656" v="4763"/>
        <pc:sldMkLst>
          <pc:docMk/>
          <pc:sldMk cId="863937671" sldId="328"/>
        </pc:sldMkLst>
        <pc:spChg chg="mod">
          <ac:chgData name="Aviral Verma" userId="36eb46576982960f" providerId="LiveId" clId="{6A24BEAA-A985-44A0-B050-B26AAEF2071B}" dt="2025-05-12T07:32:22.656" v="4763"/>
          <ac:spMkLst>
            <pc:docMk/>
            <pc:sldMk cId="863937671" sldId="328"/>
            <ac:spMk id="11" creationId="{15C61092-C0BD-D6CD-0C14-A987B8B70FA3}"/>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5/12/2025</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5/12/2025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F7F46-747C-4D81-311B-0B5DC36D9A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3C251B-BFA0-D290-C75C-77D2ADD64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A561BE-B6D3-3BB4-E10B-3FDCF9D6B4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F2EFDE-44DD-5029-5122-87E4EF990518}"/>
              </a:ext>
            </a:extLst>
          </p:cNvPr>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19352410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2B865-422C-BFCE-2304-2057D4EBF2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615D2B-ADC5-DEAF-196F-9297607B3F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0ACAE8-A289-CC3C-40F9-6AF0C6E8D9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E9DC96-7282-FD80-AB17-1801FD6B190C}"/>
              </a:ext>
            </a:extLst>
          </p:cNvPr>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14027975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40B-7A16-5311-FA4F-745970A630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505422-22EF-F7D6-32E6-D549635422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2CB683-F667-13D0-6CDA-49BB8BE13A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FDDF39-AA6B-7489-09AC-26B8BCB31F55}"/>
              </a:ext>
            </a:extLst>
          </p:cNvPr>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2802213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D5394-A651-1F72-2283-E15D650F83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98E284-A2B8-F9C5-9C39-96E7ECA99C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38C2CC-2358-7A16-9025-9AD60EF56F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CE833F-0A2F-1DDF-0196-0E5D11DD034E}"/>
              </a:ext>
            </a:extLst>
          </p:cNvPr>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36280299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E10C2-F3E7-F396-C518-CC65DD0E7F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97F28E-7B6C-BCA3-82D9-3561BDEE4B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B406C7-251D-6A67-BEF4-C088E495E2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C27DD2-8DAE-3553-BD2F-21048227DB70}"/>
              </a:ext>
            </a:extLst>
          </p:cNvPr>
          <p:cNvSpPr>
            <a:spLocks noGrp="1"/>
          </p:cNvSpPr>
          <p:nvPr>
            <p:ph type="sldNum" sz="quarter" idx="5"/>
          </p:nvPr>
        </p:nvSpPr>
        <p:spPr/>
        <p:txBody>
          <a:bodyPr/>
          <a:lstStyle/>
          <a:p>
            <a:fld id="{7C366290-4595-5745-A50F-D5EC13BAC604}" type="slidenum">
              <a:rPr lang="en-US" noProof="0" smtClean="0"/>
              <a:t>13</a:t>
            </a:fld>
            <a:endParaRPr lang="en-US" noProof="0" dirty="0"/>
          </a:p>
        </p:txBody>
      </p:sp>
    </p:spTree>
    <p:extLst>
      <p:ext uri="{BB962C8B-B14F-4D97-AF65-F5344CB8AC3E}">
        <p14:creationId xmlns:p14="http://schemas.microsoft.com/office/powerpoint/2010/main" val="25736222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B8A97-9F95-48D8-498C-00FF4E22BE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E2D07D-22B1-9820-0C7F-D1AE64BCB9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D7F2EC-876F-ECE2-B34D-39D0A1C24E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269ECF-9EC7-34B5-DCB8-C897E5918FB1}"/>
              </a:ext>
            </a:extLst>
          </p:cNvPr>
          <p:cNvSpPr>
            <a:spLocks noGrp="1"/>
          </p:cNvSpPr>
          <p:nvPr>
            <p:ph type="sldNum" sz="quarter" idx="5"/>
          </p:nvPr>
        </p:nvSpPr>
        <p:spPr/>
        <p:txBody>
          <a:bodyPr/>
          <a:lstStyle/>
          <a:p>
            <a:fld id="{7C366290-4595-5745-A50F-D5EC13BAC604}" type="slidenum">
              <a:rPr lang="en-US" noProof="0" smtClean="0"/>
              <a:t>15</a:t>
            </a:fld>
            <a:endParaRPr lang="en-US" noProof="0" dirty="0"/>
          </a:p>
        </p:txBody>
      </p:sp>
    </p:spTree>
    <p:extLst>
      <p:ext uri="{BB962C8B-B14F-4D97-AF65-F5344CB8AC3E}">
        <p14:creationId xmlns:p14="http://schemas.microsoft.com/office/powerpoint/2010/main" val="22107680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FE445-C7ED-8171-9BFF-9C6FCADF5C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13368B-C794-F925-8F3D-5A1E0F3BE7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F42212-74A6-B601-AF78-CEFB825CA9E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765EE8-0F51-00E1-3D4A-78ED0F750A3E}"/>
              </a:ext>
            </a:extLst>
          </p:cNvPr>
          <p:cNvSpPr>
            <a:spLocks noGrp="1"/>
          </p:cNvSpPr>
          <p:nvPr>
            <p:ph type="sldNum" sz="quarter" idx="5"/>
          </p:nvPr>
        </p:nvSpPr>
        <p:spPr/>
        <p:txBody>
          <a:bodyPr/>
          <a:lstStyle/>
          <a:p>
            <a:fld id="{7C366290-4595-5745-A50F-D5EC13BAC604}" type="slidenum">
              <a:rPr lang="en-US" noProof="0" smtClean="0"/>
              <a:t>16</a:t>
            </a:fld>
            <a:endParaRPr lang="en-US" noProof="0" dirty="0"/>
          </a:p>
        </p:txBody>
      </p:sp>
    </p:spTree>
    <p:extLst>
      <p:ext uri="{BB962C8B-B14F-4D97-AF65-F5344CB8AC3E}">
        <p14:creationId xmlns:p14="http://schemas.microsoft.com/office/powerpoint/2010/main" val="32673671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729E8C-697A-1BE4-F204-C97A0EA32A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DDD1FD-1A73-713F-10CE-2B6FB40122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96F4AE-845E-5341-25EE-200D394EB2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548A5E-6DA8-77F3-5101-5BAB34D3EE51}"/>
              </a:ext>
            </a:extLst>
          </p:cNvPr>
          <p:cNvSpPr>
            <a:spLocks noGrp="1"/>
          </p:cNvSpPr>
          <p:nvPr>
            <p:ph type="sldNum" sz="quarter" idx="5"/>
          </p:nvPr>
        </p:nvSpPr>
        <p:spPr/>
        <p:txBody>
          <a:bodyPr/>
          <a:lstStyle/>
          <a:p>
            <a:fld id="{7C366290-4595-5745-A50F-D5EC13BAC604}" type="slidenum">
              <a:rPr lang="en-US" noProof="0" smtClean="0"/>
              <a:t>17</a:t>
            </a:fld>
            <a:endParaRPr lang="en-US" noProof="0" dirty="0"/>
          </a:p>
        </p:txBody>
      </p:sp>
    </p:spTree>
    <p:extLst>
      <p:ext uri="{BB962C8B-B14F-4D97-AF65-F5344CB8AC3E}">
        <p14:creationId xmlns:p14="http://schemas.microsoft.com/office/powerpoint/2010/main" val="1066527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21</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9.xml"/><Relationship Id="rId1" Type="http://schemas.openxmlformats.org/officeDocument/2006/relationships/slideLayout" Target="../slideLayouts/slideLayout9.xml"/><Relationship Id="rId5" Type="http://schemas.openxmlformats.org/officeDocument/2006/relationships/hyperlink" Target="https://creativecommons.org/licenses/by/3.0/" TargetMode="External"/><Relationship Id="rId4" Type="http://schemas.openxmlformats.org/officeDocument/2006/relationships/hyperlink" Target="https://www.frontiersin.org/journals/artificial-intelligence/articles/10.3389/frai.2023.1272823/full"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9.xml"/><Relationship Id="rId5" Type="http://schemas.openxmlformats.org/officeDocument/2006/relationships/hyperlink" Target="https://creativecommons.org/licenses/by-nc-sa/3.0/" TargetMode="External"/><Relationship Id="rId4" Type="http://schemas.openxmlformats.org/officeDocument/2006/relationships/hyperlink" Target="https://www.enago.com/academy/responsible-use-of-generative-ai/"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9.xml"/><Relationship Id="rId5" Type="http://schemas.openxmlformats.org/officeDocument/2006/relationships/hyperlink" Target="https://creativecommons.org/licenses/by-nc-nd/3.0/" TargetMode="External"/><Relationship Id="rId4" Type="http://schemas.openxmlformats.org/officeDocument/2006/relationships/hyperlink" Target="https://internationaljournalofresearch.com/2020/06/12/importance-of-artificial-intelligence/"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9.xml"/><Relationship Id="rId5" Type="http://schemas.openxmlformats.org/officeDocument/2006/relationships/hyperlink" Target="https://creativecommons.org/licenses/by-nc-sa/3.0/" TargetMode="External"/><Relationship Id="rId4" Type="http://schemas.openxmlformats.org/officeDocument/2006/relationships/hyperlink" Target="https://omicstutorials.com/emerging-ai-tools-raise-urgency-for-responsible-ai-frameworks-mit-and-bcg-survey-finds/"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IN" b="1" i="0" dirty="0">
                <a:solidFill>
                  <a:srgbClr val="36394D"/>
                </a:solidFill>
                <a:effectLst/>
                <a:latin typeface="Lato" panose="020F0502020204030204" pitchFamily="34" charset="0"/>
              </a:rPr>
              <a:t>Pinnacle Program Capstone Journey</a:t>
            </a:r>
            <a:br>
              <a:rPr lang="en-IN" b="1" i="0" dirty="0">
                <a:solidFill>
                  <a:srgbClr val="36394D"/>
                </a:solidFill>
                <a:effectLst/>
                <a:latin typeface="Lato" panose="020F0502020204030204" pitchFamily="34" charset="0"/>
              </a:rPr>
            </a:br>
            <a:endParaRPr lang="en-US" dirty="0"/>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6C7B-D29F-368C-FEEC-CDFA125F8E5C}"/>
              </a:ext>
            </a:extLst>
          </p:cNvPr>
          <p:cNvSpPr>
            <a:spLocks noGrp="1"/>
          </p:cNvSpPr>
          <p:nvPr>
            <p:ph type="title"/>
          </p:nvPr>
        </p:nvSpPr>
        <p:spPr>
          <a:xfrm>
            <a:off x="1001467" y="914400"/>
            <a:ext cx="5641848" cy="5029200"/>
          </a:xfrm>
        </p:spPr>
        <p:txBody>
          <a:bodyPr/>
          <a:lstStyle/>
          <a:p>
            <a:r>
              <a:rPr lang="en-US" dirty="0"/>
              <a:t>Agenda</a:t>
            </a:r>
          </a:p>
        </p:txBody>
      </p:sp>
      <p:graphicFrame>
        <p:nvGraphicFramePr>
          <p:cNvPr id="6" name="Table 4">
            <a:extLst>
              <a:ext uri="{FF2B5EF4-FFF2-40B4-BE49-F238E27FC236}">
                <a16:creationId xmlns:a16="http://schemas.microsoft.com/office/drawing/2014/main" id="{0D6FB95E-6987-A57C-3663-3FD6F6FAC24E}"/>
              </a:ext>
            </a:extLst>
          </p:cNvPr>
          <p:cNvGraphicFramePr>
            <a:graphicFrameLocks noGrp="1"/>
          </p:cNvGraphicFramePr>
          <p:nvPr>
            <p:ph idx="1"/>
            <p:extLst>
              <p:ext uri="{D42A27DB-BD31-4B8C-83A1-F6EECF244321}">
                <p14:modId xmlns:p14="http://schemas.microsoft.com/office/powerpoint/2010/main" val="3106177644"/>
              </p:ext>
            </p:extLst>
          </p:nvPr>
        </p:nvGraphicFramePr>
        <p:xfrm>
          <a:off x="6869113" y="1143000"/>
          <a:ext cx="4190999" cy="4614818"/>
        </p:xfrm>
        <a:graphic>
          <a:graphicData uri="http://schemas.openxmlformats.org/drawingml/2006/table">
            <a:tbl>
              <a:tblPr firstRow="1" bandRow="1"/>
              <a:tblGrid>
                <a:gridCol w="4190999">
                  <a:extLst>
                    <a:ext uri="{9D8B030D-6E8A-4147-A177-3AD203B41FA5}">
                      <a16:colId xmlns:a16="http://schemas.microsoft.com/office/drawing/2014/main" val="1563570424"/>
                    </a:ext>
                  </a:extLst>
                </a:gridCol>
              </a:tblGrid>
              <a:tr h="782798">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b="0" dirty="0">
                          <a:latin typeface="+mn-lt"/>
                          <a:cs typeface="Gill Sans Light" panose="020B0302020104020203" pitchFamily="34" charset="-79"/>
                        </a:rPr>
                        <a:t>INTRODUCTION</a:t>
                      </a:r>
                    </a:p>
                    <a:p>
                      <a:pPr algn="r"/>
                      <a:r>
                        <a:rPr lang="en-US" sz="2400" b="0" dirty="0">
                          <a:latin typeface="+mj-lt"/>
                        </a:rPr>
                        <a:t>3</a:t>
                      </a:r>
                    </a:p>
                  </a:txBody>
                  <a:tcPr>
                    <a:lnL w="12700" cmpd="sng">
                      <a:noFill/>
                      <a:prstDash val="solid"/>
                    </a:lnL>
                    <a:lnR w="12700" cmpd="sng">
                      <a:noFill/>
                      <a:prstDash val="solid"/>
                    </a:lnR>
                    <a:lnT w="12700" cmpd="sng">
                      <a:noFill/>
                      <a:prstDash val="soli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9471877"/>
                  </a:ext>
                </a:extLst>
              </a:tr>
              <a:tr h="979008">
                <a:tc>
                  <a:txBody>
                    <a:bodyPr/>
                    <a:lstStyle/>
                    <a:p>
                      <a:pPr algn="r"/>
                      <a:r>
                        <a:rPr lang="en-US" sz="2400" b="0" dirty="0"/>
                        <a:t>GENERAL OVERVIEW</a:t>
                      </a:r>
                    </a:p>
                    <a:p>
                      <a:pPr marL="0" algn="r" defTabSz="914400" rtl="0" eaLnBrk="1" latinLnBrk="0" hangingPunct="1"/>
                      <a:r>
                        <a:rPr lang="en-US" sz="2400" b="0" kern="1200" dirty="0">
                          <a:solidFill>
                            <a:schemeClr val="tx1"/>
                          </a:solidFill>
                          <a:latin typeface="+mj-lt"/>
                          <a:ea typeface="+mn-ea"/>
                          <a:cs typeface="+mn-cs"/>
                        </a:rPr>
                        <a:t>5</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6238222"/>
                  </a:ext>
                </a:extLst>
              </a:tr>
              <a:tr h="998987">
                <a:tc>
                  <a:txBody>
                    <a:bodyPr/>
                    <a:lstStyle/>
                    <a:p>
                      <a:pPr algn="r"/>
                      <a:r>
                        <a:rPr lang="en-US" sz="2400" b="0" dirty="0"/>
                        <a:t>WHAT DID I LEARN SO FAR</a:t>
                      </a:r>
                    </a:p>
                    <a:p>
                      <a:pPr marL="0" algn="r" defTabSz="914400" rtl="0" eaLnBrk="1" latinLnBrk="0" hangingPunct="1"/>
                      <a:r>
                        <a:rPr lang="en-US" sz="2400" b="0" kern="1200" dirty="0">
                          <a:solidFill>
                            <a:schemeClr val="tx1"/>
                          </a:solidFill>
                          <a:latin typeface="+mj-lt"/>
                          <a:ea typeface="+mn-ea"/>
                          <a:cs typeface="+mn-cs"/>
                        </a:rPr>
                        <a:t>8</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4452646"/>
                  </a:ext>
                </a:extLst>
              </a:tr>
              <a:tr h="959028">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b="0" dirty="0"/>
                        <a:t>CAPSTONE PROJECT</a:t>
                      </a:r>
                      <a:endParaRPr lang="en-US" sz="2400" b="0" dirty="0">
                        <a:latin typeface="+mn-lt"/>
                        <a:cs typeface="Gill Sans Light" panose="020B0302020104020203" pitchFamily="34" charset="-79"/>
                      </a:endParaRPr>
                    </a:p>
                    <a:p>
                      <a:pPr marL="0" algn="r" defTabSz="914400" rtl="0" eaLnBrk="1" latinLnBrk="0" hangingPunct="1"/>
                      <a:r>
                        <a:rPr lang="en-US" sz="2400" b="0" kern="1200" dirty="0">
                          <a:solidFill>
                            <a:schemeClr val="tx1"/>
                          </a:solidFill>
                          <a:latin typeface="+mj-lt"/>
                          <a:ea typeface="+mn-ea"/>
                          <a:cs typeface="+mn-cs"/>
                        </a:rPr>
                        <a:t> 13</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0977400"/>
                  </a:ext>
                </a:extLst>
              </a:tr>
              <a:tr h="854835">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b="0" dirty="0"/>
                        <a:t>PINNACLE EXTRA MATERIAL</a:t>
                      </a:r>
                      <a:endParaRPr lang="en-US" sz="2400" b="0" dirty="0">
                        <a:latin typeface="+mn-lt"/>
                        <a:cs typeface="Gill Sans Light" panose="020B0302020104020203" pitchFamily="34" charset="-79"/>
                      </a:endParaRPr>
                    </a:p>
                    <a:p>
                      <a:pPr marL="0" algn="r" defTabSz="914400" rtl="0" eaLnBrk="1" latinLnBrk="0" hangingPunct="1"/>
                      <a:r>
                        <a:rPr lang="en-US" sz="2400" b="0" kern="1200" dirty="0">
                          <a:solidFill>
                            <a:schemeClr val="tx1"/>
                          </a:solidFill>
                          <a:latin typeface="+mj-lt"/>
                          <a:ea typeface="+mn-ea"/>
                          <a:cs typeface="+mn-cs"/>
                        </a:rPr>
                        <a:t>17</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056376589"/>
                  </a:ext>
                </a:extLst>
              </a:tr>
            </a:tbl>
          </a:graphicData>
        </a:graphic>
      </p:graphicFrame>
    </p:spTree>
    <p:extLst>
      <p:ext uri="{BB962C8B-B14F-4D97-AF65-F5344CB8AC3E}">
        <p14:creationId xmlns:p14="http://schemas.microsoft.com/office/powerpoint/2010/main" val="586478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914400" y="914400"/>
            <a:ext cx="5641848" cy="5029200"/>
          </a:xfrm>
        </p:spPr>
        <p:txBody>
          <a:bodyPr/>
          <a:lstStyle/>
          <a:p>
            <a:r>
              <a:rPr lang="en-US" dirty="0"/>
              <a:t>INTRODUCTION</a:t>
            </a:r>
          </a:p>
        </p:txBody>
      </p:sp>
      <p:pic>
        <p:nvPicPr>
          <p:cNvPr id="8" name="Picture Placeholder 21" descr="Person in black skirt and white shirt holding some dandelions">
            <a:extLst>
              <a:ext uri="{FF2B5EF4-FFF2-40B4-BE49-F238E27FC236}">
                <a16:creationId xmlns:a16="http://schemas.microsoft.com/office/drawing/2014/main" id="{FFD2BD9F-962D-9BA5-14BE-C9CD52FEF9C7}"/>
              </a:ext>
            </a:extLst>
          </p:cNvPr>
          <p:cNvPicPr>
            <a:picLocks noGrp="1" noChangeAspect="1"/>
          </p:cNvPicPr>
          <p:nvPr>
            <p:ph type="pic" idx="1"/>
          </p:nvPr>
        </p:nvPicPr>
        <p:blipFill rotWithShape="1">
          <a:blip r:embed="rId3" cstate="screen">
            <a:extLst>
              <a:ext uri="{28A0092B-C50C-407E-A947-70E740481C1C}">
                <a14:useLocalDpi xmlns:a14="http://schemas.microsoft.com/office/drawing/2010/main"/>
              </a:ext>
            </a:extLst>
          </a:blip>
          <a:srcRect t="18" b="18"/>
          <a:stretch/>
        </p:blipFill>
        <p:spPr>
          <a:xfrm>
            <a:off x="7401941" y="0"/>
            <a:ext cx="4790059" cy="6587067"/>
          </a:xfrm>
        </p:spPr>
      </p:pic>
    </p:spTree>
    <p:extLst>
      <p:ext uri="{BB962C8B-B14F-4D97-AF65-F5344CB8AC3E}">
        <p14:creationId xmlns:p14="http://schemas.microsoft.com/office/powerpoint/2010/main" val="2222324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p:txBody>
          <a:bodyPr/>
          <a:lstStyle/>
          <a:p>
            <a:r>
              <a:rPr lang="en-US" dirty="0"/>
              <a:t>Introduction</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914400" y="2039112"/>
            <a:ext cx="7150608" cy="3356576"/>
          </a:xfrm>
        </p:spPr>
        <p:txBody>
          <a:bodyPr/>
          <a:lstStyle/>
          <a:p>
            <a:r>
              <a:rPr lang="en-US" dirty="0"/>
              <a:t>Why Data Science</a:t>
            </a:r>
          </a:p>
          <a:p>
            <a:r>
              <a:rPr lang="en-US" dirty="0"/>
              <a:t>Why Analytics Vidhya</a:t>
            </a:r>
          </a:p>
          <a:p>
            <a:r>
              <a:rPr lang="en-US" dirty="0"/>
              <a:t>Future Plans</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4</a:t>
            </a:fld>
            <a:endParaRPr lang="en-US" dirty="0"/>
          </a:p>
        </p:txBody>
      </p:sp>
    </p:spTree>
    <p:extLst>
      <p:ext uri="{BB962C8B-B14F-4D97-AF65-F5344CB8AC3E}">
        <p14:creationId xmlns:p14="http://schemas.microsoft.com/office/powerpoint/2010/main" val="1966913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2A3D95EF-8A67-7F71-37EF-9EB02511B163}"/>
              </a:ext>
            </a:extLst>
          </p:cNvPr>
          <p:cNvSpPr>
            <a:spLocks noGrp="1"/>
          </p:cNvSpPr>
          <p:nvPr>
            <p:ph type="title"/>
          </p:nvPr>
        </p:nvSpPr>
        <p:spPr>
          <a:xfrm>
            <a:off x="914400" y="914400"/>
            <a:ext cx="10360152" cy="2843784"/>
          </a:xfrm>
        </p:spPr>
        <p:txBody>
          <a:bodyPr anchor="b"/>
          <a:lstStyle/>
          <a:p>
            <a:r>
              <a:rPr lang="en-US" dirty="0"/>
              <a:t>GENERAL OVERVIEW</a:t>
            </a:r>
          </a:p>
        </p:txBody>
      </p:sp>
      <p:sp>
        <p:nvSpPr>
          <p:cNvPr id="15" name="Text Placeholder 14">
            <a:extLst>
              <a:ext uri="{FF2B5EF4-FFF2-40B4-BE49-F238E27FC236}">
                <a16:creationId xmlns:a16="http://schemas.microsoft.com/office/drawing/2014/main" id="{C7846849-DC0A-EE3B-2E5E-D669EC1273D6}"/>
              </a:ext>
            </a:extLst>
          </p:cNvPr>
          <p:cNvSpPr>
            <a:spLocks noGrp="1"/>
          </p:cNvSpPr>
          <p:nvPr>
            <p:ph type="body" sz="quarter" idx="13"/>
          </p:nvPr>
        </p:nvSpPr>
        <p:spPr>
          <a:xfrm>
            <a:off x="2041114" y="3825875"/>
            <a:ext cx="8109772" cy="2644775"/>
          </a:xfrm>
        </p:spPr>
        <p:txBody>
          <a:bodyPr/>
          <a:lstStyle/>
          <a:p>
            <a:endParaRPr lang="en-US" dirty="0"/>
          </a:p>
        </p:txBody>
      </p:sp>
    </p:spTree>
    <p:extLst>
      <p:ext uri="{BB962C8B-B14F-4D97-AF65-F5344CB8AC3E}">
        <p14:creationId xmlns:p14="http://schemas.microsoft.com/office/powerpoint/2010/main" val="1096717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p:txBody>
          <a:bodyPr/>
          <a:lstStyle/>
          <a:p>
            <a:r>
              <a:rPr lang="en-US" dirty="0"/>
              <a:t>How did my journey have been so far…</a:t>
            </a:r>
          </a:p>
        </p:txBody>
      </p:sp>
      <p:sp>
        <p:nvSpPr>
          <p:cNvPr id="14" name="Content Placeholder 13">
            <a:extLst>
              <a:ext uri="{FF2B5EF4-FFF2-40B4-BE49-F238E27FC236}">
                <a16:creationId xmlns:a16="http://schemas.microsoft.com/office/drawing/2014/main" id="{F4A3718F-D67C-255A-4B64-BA379609FCD0}"/>
              </a:ext>
            </a:extLst>
          </p:cNvPr>
          <p:cNvSpPr>
            <a:spLocks noGrp="1"/>
          </p:cNvSpPr>
          <p:nvPr>
            <p:ph sz="quarter" idx="11"/>
          </p:nvPr>
        </p:nvSpPr>
        <p:spPr>
          <a:xfrm>
            <a:off x="914400" y="2039112"/>
            <a:ext cx="4576953" cy="3877055"/>
          </a:xfrm>
        </p:spPr>
        <p:txBody>
          <a:bodyPr/>
          <a:lstStyle/>
          <a:p>
            <a:r>
              <a:rPr lang="en-US" dirty="0"/>
              <a:t>Positive argument:</a:t>
            </a:r>
          </a:p>
          <a:p>
            <a:pPr lvl="1"/>
            <a:r>
              <a:rPr lang="en-US" dirty="0"/>
              <a:t>Descriptive Content</a:t>
            </a:r>
          </a:p>
          <a:p>
            <a:pPr lvl="1"/>
            <a:r>
              <a:rPr lang="en-US" dirty="0"/>
              <a:t>Directional Flow</a:t>
            </a:r>
          </a:p>
          <a:p>
            <a:pPr lvl="1"/>
            <a:r>
              <a:rPr lang="en-US" dirty="0"/>
              <a:t>Mentorship</a:t>
            </a:r>
          </a:p>
          <a:p>
            <a:pPr lvl="1"/>
            <a:r>
              <a:rPr lang="en-US" dirty="0"/>
              <a:t>Assignment Polished The Concept</a:t>
            </a:r>
          </a:p>
          <a:p>
            <a:pPr lvl="1"/>
            <a:r>
              <a:rPr lang="en-US" dirty="0"/>
              <a:t>Good Customer Service</a:t>
            </a:r>
          </a:p>
          <a:p>
            <a:pPr lvl="1"/>
            <a:r>
              <a:rPr lang="en-US" dirty="0"/>
              <a:t>Design Quality</a:t>
            </a:r>
          </a:p>
          <a:p>
            <a:pPr lvl="1"/>
            <a:r>
              <a:rPr lang="en-US" dirty="0"/>
              <a:t>Workshops</a:t>
            </a:r>
          </a:p>
          <a:p>
            <a:pPr lvl="1"/>
            <a:r>
              <a:rPr lang="en-US" dirty="0"/>
              <a:t>Research Orientation</a:t>
            </a:r>
          </a:p>
        </p:txBody>
      </p:sp>
      <p:sp>
        <p:nvSpPr>
          <p:cNvPr id="17" name="Content Placeholder 16">
            <a:extLst>
              <a:ext uri="{FF2B5EF4-FFF2-40B4-BE49-F238E27FC236}">
                <a16:creationId xmlns:a16="http://schemas.microsoft.com/office/drawing/2014/main" id="{2F3CEF66-C6D7-C765-24E7-1DCFB38FE51A}"/>
              </a:ext>
            </a:extLst>
          </p:cNvPr>
          <p:cNvSpPr>
            <a:spLocks noGrp="1"/>
          </p:cNvSpPr>
          <p:nvPr>
            <p:ph sz="quarter" idx="12"/>
          </p:nvPr>
        </p:nvSpPr>
        <p:spPr>
          <a:xfrm>
            <a:off x="6357747" y="2039112"/>
            <a:ext cx="4576953" cy="3877055"/>
          </a:xfrm>
        </p:spPr>
        <p:txBody>
          <a:bodyPr>
            <a:normAutofit/>
          </a:bodyPr>
          <a:lstStyle/>
          <a:p>
            <a:r>
              <a:rPr lang="en-US" dirty="0"/>
              <a:t>Negative argument:</a:t>
            </a:r>
          </a:p>
          <a:p>
            <a:pPr lvl="1"/>
            <a:r>
              <a:rPr lang="en-US" dirty="0"/>
              <a:t>Some Module Lack Assignment</a:t>
            </a:r>
          </a:p>
          <a:p>
            <a:pPr lvl="1"/>
            <a:r>
              <a:rPr lang="en-US" dirty="0"/>
              <a:t>Some Module Rigorous (RL)</a:t>
            </a:r>
          </a:p>
          <a:p>
            <a:pPr lvl="1"/>
            <a:r>
              <a:rPr lang="en-US" dirty="0"/>
              <a:t>Some Module Need Split (Applied ML)</a:t>
            </a:r>
          </a:p>
          <a:p>
            <a:pPr lvl="1"/>
            <a:r>
              <a:rPr lang="en-US" dirty="0"/>
              <a:t>Recommendation Of Books</a:t>
            </a:r>
          </a:p>
        </p:txBody>
      </p:sp>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a:t>
            </a:fld>
            <a:endParaRPr lang="en-US" dirty="0"/>
          </a:p>
        </p:txBody>
      </p:sp>
    </p:spTree>
    <p:extLst>
      <p:ext uri="{BB962C8B-B14F-4D97-AF65-F5344CB8AC3E}">
        <p14:creationId xmlns:p14="http://schemas.microsoft.com/office/powerpoint/2010/main" val="4230106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a:xfrm>
            <a:off x="914400" y="914400"/>
            <a:ext cx="10360152" cy="570271"/>
          </a:xfrm>
        </p:spPr>
        <p:txBody>
          <a:bodyPr/>
          <a:lstStyle/>
          <a:p>
            <a:r>
              <a:rPr lang="en-US" dirty="0"/>
              <a:t>Module Covered</a:t>
            </a:r>
          </a:p>
        </p:txBody>
      </p:sp>
      <p:graphicFrame>
        <p:nvGraphicFramePr>
          <p:cNvPr id="2" name="Content Placeholder 1">
            <a:extLst>
              <a:ext uri="{FF2B5EF4-FFF2-40B4-BE49-F238E27FC236}">
                <a16:creationId xmlns:a16="http://schemas.microsoft.com/office/drawing/2014/main" id="{3C6889DE-FC3D-37C6-2ED7-1EC85E07D675}"/>
              </a:ext>
            </a:extLst>
          </p:cNvPr>
          <p:cNvGraphicFramePr>
            <a:graphicFrameLocks noGrp="1"/>
          </p:cNvGraphicFramePr>
          <p:nvPr>
            <p:ph sz="quarter" idx="13"/>
            <p:extLst>
              <p:ext uri="{D42A27DB-BD31-4B8C-83A1-F6EECF244321}">
                <p14:modId xmlns:p14="http://schemas.microsoft.com/office/powerpoint/2010/main" val="3266156511"/>
              </p:ext>
            </p:extLst>
          </p:nvPr>
        </p:nvGraphicFramePr>
        <p:xfrm>
          <a:off x="727588" y="1484671"/>
          <a:ext cx="10360152" cy="5120640"/>
        </p:xfrm>
        <a:graphic>
          <a:graphicData uri="http://schemas.openxmlformats.org/drawingml/2006/table">
            <a:tbl>
              <a:tblPr firstRow="1" bandRow="1">
                <a:tableStyleId>{2D5ABB26-0587-4C30-8999-92F81FD0307C}</a:tableStyleId>
              </a:tblPr>
              <a:tblGrid>
                <a:gridCol w="3453384">
                  <a:extLst>
                    <a:ext uri="{9D8B030D-6E8A-4147-A177-3AD203B41FA5}">
                      <a16:colId xmlns:a16="http://schemas.microsoft.com/office/drawing/2014/main" val="827290719"/>
                    </a:ext>
                  </a:extLst>
                </a:gridCol>
                <a:gridCol w="3453384">
                  <a:extLst>
                    <a:ext uri="{9D8B030D-6E8A-4147-A177-3AD203B41FA5}">
                      <a16:colId xmlns:a16="http://schemas.microsoft.com/office/drawing/2014/main" val="2734649000"/>
                    </a:ext>
                  </a:extLst>
                </a:gridCol>
                <a:gridCol w="3453384">
                  <a:extLst>
                    <a:ext uri="{9D8B030D-6E8A-4147-A177-3AD203B41FA5}">
                      <a16:colId xmlns:a16="http://schemas.microsoft.com/office/drawing/2014/main" val="198715379"/>
                    </a:ext>
                  </a:extLst>
                </a:gridCol>
              </a:tblGrid>
              <a:tr h="563742">
                <a:tc>
                  <a:txBody>
                    <a:bodyPr/>
                    <a:lstStyle/>
                    <a:p>
                      <a:pPr algn="ctr"/>
                      <a:r>
                        <a:rPr lang="en-IN" dirty="0"/>
                        <a:t>Introduction to GenAI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Advance Prompt Engineering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Mastering </a:t>
                      </a:r>
                      <a:r>
                        <a:rPr lang="en-IN" dirty="0" err="1"/>
                        <a:t>LLMOps</a:t>
                      </a:r>
                      <a:r>
                        <a:rPr lang="en-IN" dirty="0"/>
                        <a:t>: From Build to Deployment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4519939"/>
                  </a:ext>
                </a:extLst>
              </a:tr>
              <a:tr h="563742">
                <a:tc>
                  <a:txBody>
                    <a:bodyPr/>
                    <a:lstStyle/>
                    <a:p>
                      <a:pPr algn="ctr"/>
                      <a:r>
                        <a:rPr lang="en-IN" dirty="0"/>
                        <a:t>Human Decision Making and its Biases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Building End-to-End Generative AI Applications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Computer Vision using </a:t>
                      </a:r>
                      <a:r>
                        <a:rPr lang="en-IN" dirty="0" err="1"/>
                        <a:t>PyTorch</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81996746"/>
                  </a:ext>
                </a:extLst>
              </a:tr>
              <a:tr h="563742">
                <a:tc>
                  <a:txBody>
                    <a:bodyPr/>
                    <a:lstStyle/>
                    <a:p>
                      <a:pPr algn="ctr"/>
                      <a:r>
                        <a:rPr lang="en-IN" dirty="0"/>
                        <a:t>Structured Approach to Problem Solving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IN" dirty="0"/>
                        <a:t>Introduction to </a:t>
                      </a:r>
                      <a:r>
                        <a:rPr lang="en-IN" dirty="0" err="1"/>
                        <a:t>LangChain</a:t>
                      </a:r>
                      <a:r>
                        <a:rPr lang="en-IN" dirty="0"/>
                        <a:t> – Building Generative AI Apps &amp; Agents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Getting started with Stable Diffusion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359575"/>
                  </a:ext>
                </a:extLst>
              </a:tr>
              <a:tr h="563742">
                <a:tc>
                  <a:txBody>
                    <a:bodyPr/>
                    <a:lstStyle/>
                    <a:p>
                      <a:pPr algn="ctr"/>
                      <a:r>
                        <a:rPr lang="en-IN" dirty="0"/>
                        <a:t>Applied Machine Learning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Introduction to AI Agents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Mastering Methods and Tools of Stable Diffusion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4300696"/>
                  </a:ext>
                </a:extLst>
              </a:tr>
              <a:tr h="563742">
                <a:tc>
                  <a:txBody>
                    <a:bodyPr/>
                    <a:lstStyle/>
                    <a:p>
                      <a:pPr algn="ctr"/>
                      <a:r>
                        <a:rPr lang="en-IN" dirty="0"/>
                        <a:t>Introduction to Deep Learning using </a:t>
                      </a:r>
                      <a:r>
                        <a:rPr lang="en-IN" dirty="0" err="1"/>
                        <a:t>Pytorch</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Mastering Reinforcement Learning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Advanced Stable Diffusion Techniques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3953692"/>
                  </a:ext>
                </a:extLst>
              </a:tr>
              <a:tr h="563742">
                <a:tc>
                  <a:txBody>
                    <a:bodyPr/>
                    <a:lstStyle/>
                    <a:p>
                      <a:pPr algn="ctr"/>
                      <a:r>
                        <a:rPr lang="en-IN" dirty="0"/>
                        <a:t>Natural Language Processing using </a:t>
                      </a:r>
                      <a:r>
                        <a:rPr lang="en-IN" dirty="0" err="1"/>
                        <a:t>Pytorch</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Finetuning LLMS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Responsible AI in the Generative AI Era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5710346"/>
                  </a:ext>
                </a:extLst>
              </a:tr>
              <a:tr h="563742">
                <a:tc>
                  <a:txBody>
                    <a:bodyPr/>
                    <a:lstStyle/>
                    <a:p>
                      <a:pPr algn="ctr"/>
                      <a:r>
                        <a:rPr lang="en-IN" dirty="0"/>
                        <a:t>Getting Started with Large Language Model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Training LLMs using </a:t>
                      </a:r>
                      <a:r>
                        <a:rPr lang="en-IN" dirty="0" err="1"/>
                        <a:t>Pytorch</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Successful AI strategies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1714766"/>
                  </a:ext>
                </a:extLst>
              </a:tr>
              <a:tr h="563742">
                <a:tc>
                  <a:txBody>
                    <a:bodyPr/>
                    <a:lstStyle/>
                    <a:p>
                      <a:pPr algn="ctr"/>
                      <a:r>
                        <a:rPr lang="en-IN" dirty="0"/>
                        <a:t>Building LLM Application using Prompt </a:t>
                      </a:r>
                      <a:r>
                        <a:rPr lang="en-IN" dirty="0" err="1"/>
                        <a:t>Enggineering</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Building Production Ready RAG system using </a:t>
                      </a:r>
                      <a:r>
                        <a:rPr lang="en-IN" dirty="0" err="1"/>
                        <a:t>LlamaIndex</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dirty="0"/>
                        <a:t>Generative AI for Business – A leaders’ Handbook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99287106"/>
                  </a:ext>
                </a:extLst>
              </a:tr>
            </a:tbl>
          </a:graphicData>
        </a:graphic>
      </p:graphicFrame>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a:t>
            </a:fld>
            <a:endParaRPr lang="en-US" dirty="0"/>
          </a:p>
        </p:txBody>
      </p:sp>
    </p:spTree>
    <p:extLst>
      <p:ext uri="{BB962C8B-B14F-4D97-AF65-F5344CB8AC3E}">
        <p14:creationId xmlns:p14="http://schemas.microsoft.com/office/powerpoint/2010/main" val="3748348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4A4D5-E70D-4A48-1155-1EEB1F2B02F6}"/>
            </a:ext>
          </a:extLst>
        </p:cNvPr>
        <p:cNvGrpSpPr/>
        <p:nvPr/>
      </p:nvGrpSpPr>
      <p:grpSpPr>
        <a:xfrm>
          <a:off x="0" y="0"/>
          <a:ext cx="0" cy="0"/>
          <a:chOff x="0" y="0"/>
          <a:chExt cx="0" cy="0"/>
        </a:xfrm>
      </p:grpSpPr>
      <p:sp>
        <p:nvSpPr>
          <p:cNvPr id="11" name="Title 2">
            <a:extLst>
              <a:ext uri="{FF2B5EF4-FFF2-40B4-BE49-F238E27FC236}">
                <a16:creationId xmlns:a16="http://schemas.microsoft.com/office/drawing/2014/main" id="{19B45A85-9D75-C382-2483-1B0BC331A358}"/>
              </a:ext>
            </a:extLst>
          </p:cNvPr>
          <p:cNvSpPr>
            <a:spLocks noGrp="1"/>
          </p:cNvSpPr>
          <p:nvPr>
            <p:ph type="title"/>
          </p:nvPr>
        </p:nvSpPr>
        <p:spPr>
          <a:xfrm>
            <a:off x="914400" y="914400"/>
            <a:ext cx="10360152" cy="2843784"/>
          </a:xfrm>
        </p:spPr>
        <p:txBody>
          <a:bodyPr anchor="b"/>
          <a:lstStyle/>
          <a:p>
            <a:r>
              <a:rPr lang="en-US" dirty="0"/>
              <a:t>What Did I learn So Far</a:t>
            </a:r>
          </a:p>
        </p:txBody>
      </p:sp>
    </p:spTree>
    <p:extLst>
      <p:ext uri="{BB962C8B-B14F-4D97-AF65-F5344CB8AC3E}">
        <p14:creationId xmlns:p14="http://schemas.microsoft.com/office/powerpoint/2010/main" val="20652984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5044F7-BD97-2FDE-4E33-A565BCF0EFEC}"/>
              </a:ext>
            </a:extLst>
          </p:cNvPr>
          <p:cNvSpPr>
            <a:spLocks noGrp="1"/>
          </p:cNvSpPr>
          <p:nvPr>
            <p:ph type="title"/>
          </p:nvPr>
        </p:nvSpPr>
        <p:spPr/>
        <p:txBody>
          <a:bodyPr/>
          <a:lstStyle/>
          <a:p>
            <a:r>
              <a:rPr lang="en-US" dirty="0"/>
              <a:t>Business Terms</a:t>
            </a:r>
          </a:p>
        </p:txBody>
      </p:sp>
      <p:sp>
        <p:nvSpPr>
          <p:cNvPr id="3" name="Content Placeholder 2">
            <a:extLst>
              <a:ext uri="{FF2B5EF4-FFF2-40B4-BE49-F238E27FC236}">
                <a16:creationId xmlns:a16="http://schemas.microsoft.com/office/drawing/2014/main" id="{DE597F60-88E2-C430-D52B-6604405AD55C}"/>
              </a:ext>
            </a:extLst>
          </p:cNvPr>
          <p:cNvSpPr>
            <a:spLocks noGrp="1"/>
          </p:cNvSpPr>
          <p:nvPr>
            <p:ph sz="quarter" idx="12"/>
          </p:nvPr>
        </p:nvSpPr>
        <p:spPr>
          <a:xfrm>
            <a:off x="914399" y="2039110"/>
            <a:ext cx="5650992" cy="4607495"/>
          </a:xfrm>
        </p:spPr>
        <p:txBody>
          <a:bodyPr/>
          <a:lstStyle/>
          <a:p>
            <a:pPr marL="457200" indent="-457200">
              <a:buAutoNum type="arabicParenR"/>
            </a:pPr>
            <a:r>
              <a:rPr lang="en-US" dirty="0"/>
              <a:t>Technical Engineering and Business Go Hand In Hand</a:t>
            </a:r>
          </a:p>
          <a:p>
            <a:pPr marL="457200" indent="-457200">
              <a:buAutoNum type="arabicParenR"/>
            </a:pPr>
            <a:r>
              <a:rPr lang="en-US" dirty="0"/>
              <a:t>Why Decision-Making Is Hard</a:t>
            </a:r>
          </a:p>
          <a:p>
            <a:r>
              <a:rPr lang="en-US" dirty="0"/>
              <a:t>	a) Baises</a:t>
            </a:r>
          </a:p>
          <a:p>
            <a:r>
              <a:rPr lang="en-US" dirty="0"/>
              <a:t>	b) Problem Orientation</a:t>
            </a:r>
          </a:p>
          <a:p>
            <a:pPr marL="457200" indent="-457200">
              <a:buAutoNum type="arabicParenR" startAt="3"/>
            </a:pPr>
            <a:r>
              <a:rPr lang="en-US" dirty="0"/>
              <a:t>Thinking Pattern</a:t>
            </a:r>
          </a:p>
          <a:p>
            <a:pPr lvl="2" indent="0">
              <a:buNone/>
            </a:pPr>
            <a:r>
              <a:rPr lang="en-US" dirty="0"/>
              <a:t>	a) Structured Thinking</a:t>
            </a:r>
          </a:p>
          <a:p>
            <a:pPr lvl="2" indent="0">
              <a:buNone/>
            </a:pPr>
            <a:r>
              <a:rPr lang="en-US" dirty="0"/>
              <a:t>	b) Framing The Problem</a:t>
            </a:r>
          </a:p>
          <a:p>
            <a:pPr lvl="2" indent="0">
              <a:buNone/>
            </a:pPr>
            <a:r>
              <a:rPr lang="en-US" dirty="0"/>
              <a:t>	c) PSW (Problem Statement Worksheet)</a:t>
            </a:r>
          </a:p>
          <a:p>
            <a:pPr lvl="2" indent="0">
              <a:buNone/>
            </a:pPr>
            <a:r>
              <a:rPr lang="en-US" dirty="0"/>
              <a:t>	d) Adoption and Metrics Evaluation</a:t>
            </a:r>
          </a:p>
        </p:txBody>
      </p:sp>
      <p:pic>
        <p:nvPicPr>
          <p:cNvPr id="7" name="Picture Placeholder 6">
            <a:extLst>
              <a:ext uri="{FF2B5EF4-FFF2-40B4-BE49-F238E27FC236}">
                <a16:creationId xmlns:a16="http://schemas.microsoft.com/office/drawing/2014/main" id="{57011E0D-005B-17CF-4E77-E50E32CAE147}"/>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l="25319" r="25319"/>
          <a:stretch>
            <a:fillRect/>
          </a:stretch>
        </p:blipFill>
        <p:spPr/>
      </p:pic>
      <p:sp>
        <p:nvSpPr>
          <p:cNvPr id="8" name="TextBox 7">
            <a:extLst>
              <a:ext uri="{FF2B5EF4-FFF2-40B4-BE49-F238E27FC236}">
                <a16:creationId xmlns:a16="http://schemas.microsoft.com/office/drawing/2014/main" id="{37772120-64F4-F500-313B-64B20749C928}"/>
              </a:ext>
            </a:extLst>
          </p:cNvPr>
          <p:cNvSpPr txBox="1"/>
          <p:nvPr/>
        </p:nvSpPr>
        <p:spPr>
          <a:xfrm>
            <a:off x="7623125" y="6534269"/>
            <a:ext cx="4589511" cy="230832"/>
          </a:xfrm>
          <a:prstGeom prst="rect">
            <a:avLst/>
          </a:prstGeom>
          <a:noFill/>
        </p:spPr>
        <p:txBody>
          <a:bodyPr wrap="square" rtlCol="0">
            <a:spAutoFit/>
          </a:bodyPr>
          <a:lstStyle/>
          <a:p>
            <a:r>
              <a:rPr lang="en-IN" sz="900">
                <a:hlinkClick r:id="rId4" tooltip="https://www.frontiersin.org/journals/artificial-intelligence/articles/10.3389/frai.2023.1272823/full"/>
              </a:rPr>
              <a:t>This Photo</a:t>
            </a:r>
            <a:r>
              <a:rPr lang="en-IN" sz="900"/>
              <a:t> by Unknown Author is licensed under </a:t>
            </a:r>
            <a:r>
              <a:rPr lang="en-IN" sz="900">
                <a:hlinkClick r:id="rId5" tooltip="https://creativecommons.org/licenses/by/3.0/"/>
              </a:rPr>
              <a:t>CC BY</a:t>
            </a:r>
            <a:endParaRPr lang="en-IN" sz="900"/>
          </a:p>
        </p:txBody>
      </p:sp>
    </p:spTree>
    <p:extLst>
      <p:ext uri="{BB962C8B-B14F-4D97-AF65-F5344CB8AC3E}">
        <p14:creationId xmlns:p14="http://schemas.microsoft.com/office/powerpoint/2010/main" val="859909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A00EE-93CC-D94F-A6FF-8D8FD0277D9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FBE5E89-6B16-A9FA-AFAB-E3ECC7298A0F}"/>
              </a:ext>
            </a:extLst>
          </p:cNvPr>
          <p:cNvSpPr>
            <a:spLocks noGrp="1"/>
          </p:cNvSpPr>
          <p:nvPr>
            <p:ph type="title"/>
          </p:nvPr>
        </p:nvSpPr>
        <p:spPr/>
        <p:txBody>
          <a:bodyPr/>
          <a:lstStyle/>
          <a:p>
            <a:r>
              <a:rPr lang="en-US" dirty="0"/>
              <a:t>Technical Terms</a:t>
            </a:r>
          </a:p>
        </p:txBody>
      </p:sp>
      <p:sp>
        <p:nvSpPr>
          <p:cNvPr id="3" name="Content Placeholder 2">
            <a:extLst>
              <a:ext uri="{FF2B5EF4-FFF2-40B4-BE49-F238E27FC236}">
                <a16:creationId xmlns:a16="http://schemas.microsoft.com/office/drawing/2014/main" id="{2F7331D1-562A-C7EA-0670-38C19BCDE7AB}"/>
              </a:ext>
            </a:extLst>
          </p:cNvPr>
          <p:cNvSpPr>
            <a:spLocks noGrp="1"/>
          </p:cNvSpPr>
          <p:nvPr>
            <p:ph sz="quarter" idx="12"/>
          </p:nvPr>
        </p:nvSpPr>
        <p:spPr>
          <a:xfrm>
            <a:off x="914399" y="2039111"/>
            <a:ext cx="5650992" cy="3904488"/>
          </a:xfrm>
        </p:spPr>
        <p:txBody>
          <a:bodyPr>
            <a:normAutofit fontScale="92500" lnSpcReduction="10000"/>
          </a:bodyPr>
          <a:lstStyle/>
          <a:p>
            <a:pPr marL="457200" indent="-457200">
              <a:buAutoNum type="arabicParenR"/>
            </a:pPr>
            <a:r>
              <a:rPr lang="en-US" dirty="0"/>
              <a:t>Application of Machine Learning Into Business Statements</a:t>
            </a:r>
          </a:p>
          <a:p>
            <a:pPr marL="457200" indent="-457200">
              <a:buAutoNum type="arabicParenR"/>
            </a:pPr>
            <a:r>
              <a:rPr lang="en-US" dirty="0"/>
              <a:t>Various Deep Learning Libraries</a:t>
            </a:r>
          </a:p>
          <a:p>
            <a:r>
              <a:rPr lang="en-US" dirty="0"/>
              <a:t>	a) </a:t>
            </a:r>
            <a:r>
              <a:rPr lang="en-US" dirty="0" err="1"/>
              <a:t>PyTorch</a:t>
            </a:r>
            <a:endParaRPr lang="en-US" dirty="0"/>
          </a:p>
          <a:p>
            <a:r>
              <a:rPr lang="en-US" dirty="0"/>
              <a:t>	b) </a:t>
            </a:r>
            <a:r>
              <a:rPr lang="en-US" dirty="0" err="1"/>
              <a:t>Keras</a:t>
            </a:r>
            <a:r>
              <a:rPr lang="en-US" dirty="0"/>
              <a:t> &amp; </a:t>
            </a:r>
            <a:r>
              <a:rPr lang="en-US" dirty="0" err="1"/>
              <a:t>Tensorflow</a:t>
            </a:r>
            <a:endParaRPr lang="en-US" dirty="0"/>
          </a:p>
          <a:p>
            <a:r>
              <a:rPr lang="en-US" dirty="0"/>
              <a:t>3) Machine Translation Using NLP &amp; Transformer</a:t>
            </a:r>
          </a:p>
          <a:p>
            <a:r>
              <a:rPr lang="en-US" dirty="0"/>
              <a:t>4) Prompt Engineering &amp; Prompt Tuning</a:t>
            </a:r>
          </a:p>
          <a:p>
            <a:r>
              <a:rPr lang="en-US" dirty="0"/>
              <a:t>5) Frameworks pertinent to LLM</a:t>
            </a:r>
          </a:p>
          <a:p>
            <a:r>
              <a:rPr lang="en-US" dirty="0"/>
              <a:t>	a) Llama</a:t>
            </a:r>
          </a:p>
          <a:p>
            <a:r>
              <a:rPr lang="en-US" dirty="0"/>
              <a:t>	b) </a:t>
            </a:r>
            <a:r>
              <a:rPr lang="en-US" dirty="0" err="1"/>
              <a:t>langchain</a:t>
            </a:r>
            <a:endParaRPr lang="en-US" dirty="0"/>
          </a:p>
          <a:p>
            <a:r>
              <a:rPr lang="en-US" dirty="0"/>
              <a:t>	c) haystack (</a:t>
            </a:r>
            <a:r>
              <a:rPr lang="en-US" dirty="0" err="1"/>
              <a:t>deepset</a:t>
            </a:r>
            <a:r>
              <a:rPr lang="en-US" dirty="0"/>
              <a:t>)</a:t>
            </a:r>
          </a:p>
        </p:txBody>
      </p:sp>
      <p:pic>
        <p:nvPicPr>
          <p:cNvPr id="7" name="Picture Placeholder 6">
            <a:extLst>
              <a:ext uri="{FF2B5EF4-FFF2-40B4-BE49-F238E27FC236}">
                <a16:creationId xmlns:a16="http://schemas.microsoft.com/office/drawing/2014/main" id="{734A6E58-52CB-9CEF-2D81-14215EA71464}"/>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l="34129" r="34129"/>
          <a:stretch>
            <a:fillRect/>
          </a:stretch>
        </p:blipFill>
        <p:spPr/>
      </p:pic>
      <p:sp>
        <p:nvSpPr>
          <p:cNvPr id="8" name="TextBox 7">
            <a:extLst>
              <a:ext uri="{FF2B5EF4-FFF2-40B4-BE49-F238E27FC236}">
                <a16:creationId xmlns:a16="http://schemas.microsoft.com/office/drawing/2014/main" id="{B002490A-FCB3-CC11-37DD-04322591CD20}"/>
              </a:ext>
            </a:extLst>
          </p:cNvPr>
          <p:cNvSpPr txBox="1"/>
          <p:nvPr/>
        </p:nvSpPr>
        <p:spPr>
          <a:xfrm>
            <a:off x="7623125" y="6534269"/>
            <a:ext cx="4589511" cy="230832"/>
          </a:xfrm>
          <a:prstGeom prst="rect">
            <a:avLst/>
          </a:prstGeom>
          <a:noFill/>
        </p:spPr>
        <p:txBody>
          <a:bodyPr wrap="square" rtlCol="0">
            <a:spAutoFit/>
          </a:bodyPr>
          <a:lstStyle/>
          <a:p>
            <a:r>
              <a:rPr lang="en-IN" sz="900">
                <a:hlinkClick r:id="rId4" tooltip="https://www.enago.com/academy/responsible-use-of-generative-ai/"/>
              </a:rPr>
              <a:t>This Photo</a:t>
            </a:r>
            <a:r>
              <a:rPr lang="en-IN" sz="900"/>
              <a:t> by Unknown Author is licensed under </a:t>
            </a:r>
            <a:r>
              <a:rPr lang="en-IN" sz="900">
                <a:hlinkClick r:id="rId5" tooltip="https://creativecommons.org/licenses/by-nc-sa/3.0/"/>
              </a:rPr>
              <a:t>CC BY-SA-NC</a:t>
            </a:r>
            <a:endParaRPr lang="en-IN" sz="900"/>
          </a:p>
        </p:txBody>
      </p:sp>
    </p:spTree>
    <p:extLst>
      <p:ext uri="{BB962C8B-B14F-4D97-AF65-F5344CB8AC3E}">
        <p14:creationId xmlns:p14="http://schemas.microsoft.com/office/powerpoint/2010/main" val="4140750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EB8C4-D3DC-0169-C6AA-53FA3F0DA08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1FF8586D-27EE-C181-0772-7C7BD1DBEBD4}"/>
              </a:ext>
            </a:extLst>
          </p:cNvPr>
          <p:cNvSpPr>
            <a:spLocks noGrp="1"/>
          </p:cNvSpPr>
          <p:nvPr>
            <p:ph type="title"/>
          </p:nvPr>
        </p:nvSpPr>
        <p:spPr/>
        <p:txBody>
          <a:bodyPr/>
          <a:lstStyle/>
          <a:p>
            <a:r>
              <a:rPr lang="en-US" dirty="0"/>
              <a:t>Technical Terms</a:t>
            </a:r>
          </a:p>
        </p:txBody>
      </p:sp>
      <p:sp>
        <p:nvSpPr>
          <p:cNvPr id="3" name="Content Placeholder 2">
            <a:extLst>
              <a:ext uri="{FF2B5EF4-FFF2-40B4-BE49-F238E27FC236}">
                <a16:creationId xmlns:a16="http://schemas.microsoft.com/office/drawing/2014/main" id="{C157053B-3E15-67E4-6AC6-07B3304DE821}"/>
              </a:ext>
            </a:extLst>
          </p:cNvPr>
          <p:cNvSpPr>
            <a:spLocks noGrp="1"/>
          </p:cNvSpPr>
          <p:nvPr>
            <p:ph sz="quarter" idx="12"/>
          </p:nvPr>
        </p:nvSpPr>
        <p:spPr>
          <a:xfrm>
            <a:off x="914399" y="2039111"/>
            <a:ext cx="5650992" cy="3904488"/>
          </a:xfrm>
        </p:spPr>
        <p:txBody>
          <a:bodyPr>
            <a:normAutofit/>
          </a:bodyPr>
          <a:lstStyle/>
          <a:p>
            <a:pPr marL="457200" indent="-457200">
              <a:buAutoNum type="arabicParenR" startAt="7"/>
            </a:pPr>
            <a:r>
              <a:rPr lang="en-US" dirty="0"/>
              <a:t>AI Agents</a:t>
            </a:r>
          </a:p>
          <a:p>
            <a:pPr marL="457200" indent="-457200">
              <a:buAutoNum type="arabicParenR" startAt="7"/>
            </a:pPr>
            <a:r>
              <a:rPr lang="en-US" dirty="0"/>
              <a:t>Fine Tuning LLM – Lora and </a:t>
            </a:r>
            <a:r>
              <a:rPr lang="en-US" dirty="0" err="1"/>
              <a:t>Qlora</a:t>
            </a:r>
            <a:endParaRPr lang="en-US" dirty="0"/>
          </a:p>
          <a:p>
            <a:pPr marL="457200" indent="-457200">
              <a:buAutoNum type="arabicParenR" startAt="7"/>
            </a:pPr>
            <a:r>
              <a:rPr lang="en-US" dirty="0"/>
              <a:t>Stable Diffusion</a:t>
            </a:r>
          </a:p>
          <a:p>
            <a:pPr marL="457200" indent="-457200">
              <a:buAutoNum type="arabicParenR" startAt="7"/>
            </a:pPr>
            <a:r>
              <a:rPr lang="en-US" dirty="0"/>
              <a:t>RAG Pipeline and Production Deployment</a:t>
            </a:r>
          </a:p>
          <a:p>
            <a:pPr marL="457200" indent="-457200">
              <a:buAutoNum type="arabicParenR" startAt="7"/>
            </a:pPr>
            <a:r>
              <a:rPr lang="en-US" dirty="0"/>
              <a:t>Deployment UI</a:t>
            </a:r>
          </a:p>
          <a:p>
            <a:pPr marL="1143000" lvl="2" indent="-457200">
              <a:buAutoNum type="alphaLcParenR"/>
            </a:pPr>
            <a:r>
              <a:rPr lang="en-US" dirty="0" err="1"/>
              <a:t>Chainlit</a:t>
            </a:r>
            <a:endParaRPr lang="en-US" dirty="0"/>
          </a:p>
          <a:p>
            <a:pPr marL="1143000" lvl="2" indent="-457200">
              <a:buAutoNum type="alphaLcParenR"/>
            </a:pPr>
            <a:r>
              <a:rPr lang="en-US" dirty="0" err="1"/>
              <a:t>Streamlit</a:t>
            </a:r>
            <a:endParaRPr lang="en-US" dirty="0"/>
          </a:p>
          <a:p>
            <a:endParaRPr lang="en-US" dirty="0"/>
          </a:p>
        </p:txBody>
      </p:sp>
      <p:pic>
        <p:nvPicPr>
          <p:cNvPr id="7" name="Picture Placeholder 6">
            <a:extLst>
              <a:ext uri="{FF2B5EF4-FFF2-40B4-BE49-F238E27FC236}">
                <a16:creationId xmlns:a16="http://schemas.microsoft.com/office/drawing/2014/main" id="{4474C740-1348-6BDB-0E03-DB9A00D4118E}"/>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l="32612" r="32612"/>
          <a:stretch>
            <a:fillRect/>
          </a:stretch>
        </p:blipFill>
        <p:spPr/>
      </p:pic>
      <p:sp>
        <p:nvSpPr>
          <p:cNvPr id="8" name="TextBox 7">
            <a:extLst>
              <a:ext uri="{FF2B5EF4-FFF2-40B4-BE49-F238E27FC236}">
                <a16:creationId xmlns:a16="http://schemas.microsoft.com/office/drawing/2014/main" id="{6310A50D-38E6-4A1D-2940-6F7A7B9D2D13}"/>
              </a:ext>
            </a:extLst>
          </p:cNvPr>
          <p:cNvSpPr txBox="1"/>
          <p:nvPr/>
        </p:nvSpPr>
        <p:spPr>
          <a:xfrm>
            <a:off x="7623125" y="6534269"/>
            <a:ext cx="4589511" cy="230832"/>
          </a:xfrm>
          <a:prstGeom prst="rect">
            <a:avLst/>
          </a:prstGeom>
          <a:noFill/>
        </p:spPr>
        <p:txBody>
          <a:bodyPr wrap="square" rtlCol="0">
            <a:spAutoFit/>
          </a:bodyPr>
          <a:lstStyle/>
          <a:p>
            <a:r>
              <a:rPr lang="en-IN" sz="900">
                <a:hlinkClick r:id="rId4" tooltip="https://internationaljournalofresearch.com/2020/06/12/importance-of-artificial-intelligence/"/>
              </a:rPr>
              <a:t>This Photo</a:t>
            </a:r>
            <a:r>
              <a:rPr lang="en-IN" sz="900"/>
              <a:t> by Unknown Author is licensed under </a:t>
            </a:r>
            <a:r>
              <a:rPr lang="en-IN" sz="900">
                <a:hlinkClick r:id="rId5" tooltip="https://creativecommons.org/licenses/by-nc-nd/3.0/"/>
              </a:rPr>
              <a:t>CC BY-NC-ND</a:t>
            </a:r>
            <a:endParaRPr lang="en-IN" sz="900"/>
          </a:p>
        </p:txBody>
      </p:sp>
    </p:spTree>
    <p:extLst>
      <p:ext uri="{BB962C8B-B14F-4D97-AF65-F5344CB8AC3E}">
        <p14:creationId xmlns:p14="http://schemas.microsoft.com/office/powerpoint/2010/main" val="32633238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3F225-9D9E-AB1E-59AA-5955F423722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72C1320-5609-C454-5A27-B24046753DA6}"/>
              </a:ext>
            </a:extLst>
          </p:cNvPr>
          <p:cNvSpPr>
            <a:spLocks noGrp="1"/>
          </p:cNvSpPr>
          <p:nvPr>
            <p:ph type="title"/>
          </p:nvPr>
        </p:nvSpPr>
        <p:spPr/>
        <p:txBody>
          <a:bodyPr/>
          <a:lstStyle/>
          <a:p>
            <a:r>
              <a:rPr lang="en-US" dirty="0"/>
              <a:t>Management Terms</a:t>
            </a:r>
          </a:p>
        </p:txBody>
      </p:sp>
      <p:sp>
        <p:nvSpPr>
          <p:cNvPr id="3" name="Content Placeholder 2">
            <a:extLst>
              <a:ext uri="{FF2B5EF4-FFF2-40B4-BE49-F238E27FC236}">
                <a16:creationId xmlns:a16="http://schemas.microsoft.com/office/drawing/2014/main" id="{1233CE98-BA4B-695E-0178-D468D7CD88C6}"/>
              </a:ext>
            </a:extLst>
          </p:cNvPr>
          <p:cNvSpPr>
            <a:spLocks noGrp="1"/>
          </p:cNvSpPr>
          <p:nvPr>
            <p:ph sz="quarter" idx="12"/>
          </p:nvPr>
        </p:nvSpPr>
        <p:spPr>
          <a:xfrm>
            <a:off x="914399" y="2039111"/>
            <a:ext cx="5650992" cy="3904488"/>
          </a:xfrm>
        </p:spPr>
        <p:txBody>
          <a:bodyPr>
            <a:normAutofit/>
          </a:bodyPr>
          <a:lstStyle/>
          <a:p>
            <a:pPr marL="457200" indent="-457200">
              <a:buAutoNum type="arabicParenR"/>
            </a:pPr>
            <a:r>
              <a:rPr lang="en-US" dirty="0"/>
              <a:t>Responsibility with AI </a:t>
            </a:r>
          </a:p>
          <a:p>
            <a:pPr marL="457200" indent="-457200">
              <a:buAutoNum type="arabicParenR"/>
            </a:pPr>
            <a:r>
              <a:rPr lang="en-US" dirty="0"/>
              <a:t>AI Strategies to Tackle Problem</a:t>
            </a:r>
          </a:p>
          <a:p>
            <a:pPr marL="457200" indent="-457200">
              <a:buAutoNum type="arabicParenR"/>
            </a:pPr>
            <a:r>
              <a:rPr lang="en-US" dirty="0"/>
              <a:t>Generative AI for Business</a:t>
            </a:r>
          </a:p>
        </p:txBody>
      </p:sp>
      <p:pic>
        <p:nvPicPr>
          <p:cNvPr id="9" name="Picture Placeholder 8">
            <a:extLst>
              <a:ext uri="{FF2B5EF4-FFF2-40B4-BE49-F238E27FC236}">
                <a16:creationId xmlns:a16="http://schemas.microsoft.com/office/drawing/2014/main" id="{C7C39F54-07FF-3DCC-E126-5934EDD60020}"/>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l="30313" r="30313"/>
          <a:stretch>
            <a:fillRect/>
          </a:stretch>
        </p:blipFill>
        <p:spPr/>
      </p:pic>
      <p:sp>
        <p:nvSpPr>
          <p:cNvPr id="10" name="TextBox 9">
            <a:extLst>
              <a:ext uri="{FF2B5EF4-FFF2-40B4-BE49-F238E27FC236}">
                <a16:creationId xmlns:a16="http://schemas.microsoft.com/office/drawing/2014/main" id="{AD9B4B49-58C9-0340-2111-5F795F20649F}"/>
              </a:ext>
            </a:extLst>
          </p:cNvPr>
          <p:cNvSpPr txBox="1"/>
          <p:nvPr/>
        </p:nvSpPr>
        <p:spPr>
          <a:xfrm>
            <a:off x="7623125" y="6534269"/>
            <a:ext cx="4589511" cy="230832"/>
          </a:xfrm>
          <a:prstGeom prst="rect">
            <a:avLst/>
          </a:prstGeom>
          <a:noFill/>
        </p:spPr>
        <p:txBody>
          <a:bodyPr wrap="square" rtlCol="0">
            <a:spAutoFit/>
          </a:bodyPr>
          <a:lstStyle/>
          <a:p>
            <a:r>
              <a:rPr lang="en-IN" sz="900">
                <a:hlinkClick r:id="rId4" tooltip="https://omicstutorials.com/emerging-ai-tools-raise-urgency-for-responsible-ai-frameworks-mit-and-bcg-survey-finds/"/>
              </a:rPr>
              <a:t>This Photo</a:t>
            </a:r>
            <a:r>
              <a:rPr lang="en-IN" sz="900"/>
              <a:t> by Unknown Author is licensed under </a:t>
            </a:r>
            <a:r>
              <a:rPr lang="en-IN" sz="900">
                <a:hlinkClick r:id="rId5" tooltip="https://creativecommons.org/licenses/by-nc-sa/3.0/"/>
              </a:rPr>
              <a:t>CC BY-SA-NC</a:t>
            </a:r>
            <a:endParaRPr lang="en-IN" sz="900"/>
          </a:p>
        </p:txBody>
      </p:sp>
    </p:spTree>
    <p:extLst>
      <p:ext uri="{BB962C8B-B14F-4D97-AF65-F5344CB8AC3E}">
        <p14:creationId xmlns:p14="http://schemas.microsoft.com/office/powerpoint/2010/main" val="38613348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09A0C-2D67-BB31-17BC-D15154F9F39D}"/>
            </a:ext>
          </a:extLst>
        </p:cNvPr>
        <p:cNvGrpSpPr/>
        <p:nvPr/>
      </p:nvGrpSpPr>
      <p:grpSpPr>
        <a:xfrm>
          <a:off x="0" y="0"/>
          <a:ext cx="0" cy="0"/>
          <a:chOff x="0" y="0"/>
          <a:chExt cx="0" cy="0"/>
        </a:xfrm>
      </p:grpSpPr>
      <p:sp>
        <p:nvSpPr>
          <p:cNvPr id="11" name="Title 2">
            <a:extLst>
              <a:ext uri="{FF2B5EF4-FFF2-40B4-BE49-F238E27FC236}">
                <a16:creationId xmlns:a16="http://schemas.microsoft.com/office/drawing/2014/main" id="{1E13D149-34CE-3031-63C5-1736615DED54}"/>
              </a:ext>
            </a:extLst>
          </p:cNvPr>
          <p:cNvSpPr>
            <a:spLocks noGrp="1"/>
          </p:cNvSpPr>
          <p:nvPr>
            <p:ph type="title"/>
          </p:nvPr>
        </p:nvSpPr>
        <p:spPr>
          <a:xfrm>
            <a:off x="914400" y="914400"/>
            <a:ext cx="10360152" cy="2843784"/>
          </a:xfrm>
        </p:spPr>
        <p:txBody>
          <a:bodyPr anchor="b"/>
          <a:lstStyle/>
          <a:p>
            <a:r>
              <a:rPr lang="en-US" dirty="0"/>
              <a:t>Capstone Assignment</a:t>
            </a:r>
          </a:p>
        </p:txBody>
      </p:sp>
    </p:spTree>
    <p:extLst>
      <p:ext uri="{BB962C8B-B14F-4D97-AF65-F5344CB8AC3E}">
        <p14:creationId xmlns:p14="http://schemas.microsoft.com/office/powerpoint/2010/main" val="3925830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96E3FD31-D19A-BFEB-821F-C00103830DC9}"/>
              </a:ext>
            </a:extLst>
          </p:cNvPr>
          <p:cNvSpPr>
            <a:spLocks noGrp="1"/>
          </p:cNvSpPr>
          <p:nvPr>
            <p:ph type="title"/>
          </p:nvPr>
        </p:nvSpPr>
        <p:spPr/>
        <p:txBody>
          <a:bodyPr/>
          <a:lstStyle/>
          <a:p>
            <a:pPr algn="ctr"/>
            <a:r>
              <a:rPr lang="en-US" sz="3200" dirty="0"/>
              <a:t>PROBLEM STATEMENT </a:t>
            </a:r>
            <a:endParaRPr lang="en-US" dirty="0"/>
          </a:p>
        </p:txBody>
      </p:sp>
      <p:sp>
        <p:nvSpPr>
          <p:cNvPr id="3" name="Content Placeholder 2">
            <a:extLst>
              <a:ext uri="{FF2B5EF4-FFF2-40B4-BE49-F238E27FC236}">
                <a16:creationId xmlns:a16="http://schemas.microsoft.com/office/drawing/2014/main" id="{CF3ADB94-FC21-07C5-1FC9-E729C5DEDFC6}"/>
              </a:ext>
            </a:extLst>
          </p:cNvPr>
          <p:cNvSpPr>
            <a:spLocks noGrp="1"/>
          </p:cNvSpPr>
          <p:nvPr>
            <p:ph sz="quarter" idx="12"/>
          </p:nvPr>
        </p:nvSpPr>
        <p:spPr>
          <a:xfrm>
            <a:off x="914398" y="2039111"/>
            <a:ext cx="10360151" cy="3840480"/>
          </a:xfrm>
        </p:spPr>
        <p:txBody>
          <a:bodyPr>
            <a:normAutofit/>
          </a:bodyPr>
          <a:lstStyle/>
          <a:p>
            <a:pPr algn="just"/>
            <a:endParaRPr lang="en-US" sz="2400" b="1" i="1" dirty="0"/>
          </a:p>
          <a:p>
            <a:pPr algn="just"/>
            <a:endParaRPr lang="en-US" sz="2400" b="1" i="1" dirty="0"/>
          </a:p>
          <a:p>
            <a:pPr algn="just"/>
            <a:r>
              <a:rPr lang="en-US" sz="2400" b="1" i="1" dirty="0"/>
              <a:t>The scenario is that you are working for a company like </a:t>
            </a:r>
            <a:r>
              <a:rPr lang="en-US" sz="2400" b="1" i="1" dirty="0" err="1"/>
              <a:t>ArXiv</a:t>
            </a:r>
            <a:r>
              <a:rPr lang="en-US" sz="2400" b="1" i="1" dirty="0"/>
              <a:t> which has a repository of the latest and best papers around AI and Data Science. They want to build an intelligent chatbot which can help answer questions which people ask on popular topics based on research papers in Generative AI. Considering the limited time-frame of the project, we have limited the dataset to a few documents.</a:t>
            </a:r>
          </a:p>
          <a:p>
            <a:pPr algn="just"/>
            <a:endParaRPr lang="en-US" sz="2400" b="1" i="1" dirty="0"/>
          </a:p>
        </p:txBody>
      </p:sp>
      <p:sp>
        <p:nvSpPr>
          <p:cNvPr id="5" name="Slide Number Placeholder 4">
            <a:extLst>
              <a:ext uri="{FF2B5EF4-FFF2-40B4-BE49-F238E27FC236}">
                <a16:creationId xmlns:a16="http://schemas.microsoft.com/office/drawing/2014/main" id="{7F576313-F1C8-57CB-82F6-54BC07D3B9F4}"/>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14</a:t>
            </a:fld>
            <a:endParaRPr lang="en-US" dirty="0"/>
          </a:p>
        </p:txBody>
      </p:sp>
    </p:spTree>
    <p:extLst>
      <p:ext uri="{BB962C8B-B14F-4D97-AF65-F5344CB8AC3E}">
        <p14:creationId xmlns:p14="http://schemas.microsoft.com/office/powerpoint/2010/main" val="5378095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41298-D759-E8B3-9F49-9B72CD90139B}"/>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ECA1FAB8-64C7-C333-E91D-9D1A31F65015}"/>
              </a:ext>
            </a:extLst>
          </p:cNvPr>
          <p:cNvSpPr>
            <a:spLocks noGrp="1"/>
          </p:cNvSpPr>
          <p:nvPr>
            <p:ph type="title"/>
          </p:nvPr>
        </p:nvSpPr>
        <p:spPr/>
        <p:txBody>
          <a:bodyPr/>
          <a:lstStyle/>
          <a:p>
            <a:r>
              <a:rPr lang="en-US" dirty="0"/>
              <a:t>Breakdown</a:t>
            </a:r>
          </a:p>
        </p:txBody>
      </p:sp>
      <p:sp>
        <p:nvSpPr>
          <p:cNvPr id="4" name="Slide Number Placeholder 3">
            <a:extLst>
              <a:ext uri="{FF2B5EF4-FFF2-40B4-BE49-F238E27FC236}">
                <a16:creationId xmlns:a16="http://schemas.microsoft.com/office/drawing/2014/main" id="{869D71A9-8BDF-12AF-5768-8D9B421E4C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15</a:t>
            </a:fld>
            <a:endParaRPr lang="en-US" dirty="0"/>
          </a:p>
        </p:txBody>
      </p:sp>
      <p:sp>
        <p:nvSpPr>
          <p:cNvPr id="8" name="Content Placeholder 7">
            <a:extLst>
              <a:ext uri="{FF2B5EF4-FFF2-40B4-BE49-F238E27FC236}">
                <a16:creationId xmlns:a16="http://schemas.microsoft.com/office/drawing/2014/main" id="{6B534192-CAEB-3446-B202-F4D75A3E46FC}"/>
              </a:ext>
            </a:extLst>
          </p:cNvPr>
          <p:cNvSpPr>
            <a:spLocks noGrp="1"/>
          </p:cNvSpPr>
          <p:nvPr>
            <p:ph sz="quarter" idx="13"/>
          </p:nvPr>
        </p:nvSpPr>
        <p:spPr>
          <a:xfrm>
            <a:off x="914399" y="1828800"/>
            <a:ext cx="6729984" cy="4739147"/>
          </a:xfrm>
        </p:spPr>
        <p:txBody>
          <a:bodyPr>
            <a:normAutofit lnSpcReduction="10000"/>
          </a:bodyPr>
          <a:lstStyle/>
          <a:p>
            <a:pPr marL="457200" indent="-457200">
              <a:buAutoNum type="arabicPeriod"/>
            </a:pPr>
            <a:r>
              <a:rPr lang="en-IN" dirty="0"/>
              <a:t>Experimenting WITH VARIOUS LLM MODELS</a:t>
            </a:r>
          </a:p>
          <a:p>
            <a:pPr marL="0" indent="0">
              <a:buNone/>
            </a:pPr>
            <a:r>
              <a:rPr lang="en-IN" dirty="0"/>
              <a:t>	a) Open – ai</a:t>
            </a:r>
          </a:p>
          <a:p>
            <a:pPr marL="0" indent="0">
              <a:buNone/>
            </a:pPr>
            <a:r>
              <a:rPr lang="en-IN" dirty="0"/>
              <a:t>	B) LITELLM</a:t>
            </a:r>
          </a:p>
          <a:p>
            <a:pPr marL="0" indent="0">
              <a:buNone/>
            </a:pPr>
            <a:r>
              <a:rPr lang="en-IN" dirty="0"/>
              <a:t>	C) MISTRAL AI</a:t>
            </a:r>
          </a:p>
          <a:p>
            <a:pPr marL="0" indent="0">
              <a:buNone/>
            </a:pPr>
            <a:r>
              <a:rPr lang="en-IN" dirty="0"/>
              <a:t>	D) ANTHROPIC (CLAUDE)</a:t>
            </a:r>
          </a:p>
          <a:p>
            <a:pPr marL="0" indent="0">
              <a:buNone/>
            </a:pPr>
            <a:r>
              <a:rPr lang="en-IN" dirty="0"/>
              <a:t>	E) MISTRAL-7B</a:t>
            </a:r>
          </a:p>
          <a:p>
            <a:pPr marL="0" indent="0">
              <a:buNone/>
            </a:pPr>
            <a:r>
              <a:rPr lang="en-IN" dirty="0"/>
              <a:t>2.    </a:t>
            </a:r>
            <a:r>
              <a:rPr lang="en-US" dirty="0"/>
              <a:t>Experiment with various retrieval strategies</a:t>
            </a:r>
          </a:p>
          <a:p>
            <a:pPr marL="0" indent="0">
              <a:buNone/>
            </a:pPr>
            <a:r>
              <a:rPr lang="en-US" dirty="0"/>
              <a:t>	A)  </a:t>
            </a:r>
            <a:r>
              <a:rPr lang="en-IN" dirty="0">
                <a:effectLst/>
                <a:latin typeface="Consolas" panose="020B0609020204030204" pitchFamily="49" charset="0"/>
              </a:rPr>
              <a:t>SENTENCEWINDOW_RETRIEVER 	</a:t>
            </a:r>
          </a:p>
          <a:p>
            <a:pPr marL="0" indent="0">
              <a:buNone/>
            </a:pPr>
            <a:r>
              <a:rPr lang="en-IN" dirty="0">
                <a:effectLst/>
                <a:latin typeface="Consolas" panose="020B0609020204030204" pitchFamily="49" charset="0"/>
              </a:rPr>
              <a:t>	B) AUTOMERGING_RETRIEVER</a:t>
            </a:r>
          </a:p>
          <a:p>
            <a:pPr marL="0" indent="0">
              <a:buNone/>
            </a:pPr>
            <a:r>
              <a:rPr lang="en-IN" dirty="0">
                <a:latin typeface="Consolas" panose="020B0609020204030204" pitchFamily="49" charset="0"/>
              </a:rPr>
              <a:t>	C) </a:t>
            </a:r>
            <a:r>
              <a:rPr lang="en-IN" dirty="0">
                <a:effectLst/>
                <a:latin typeface="Consolas" panose="020B0609020204030204" pitchFamily="49" charset="0"/>
              </a:rPr>
              <a:t>HYBRIDFUSION_RETRIEVER</a:t>
            </a:r>
          </a:p>
          <a:p>
            <a:pPr marL="0" indent="0">
              <a:buNone/>
            </a:pPr>
            <a:r>
              <a:rPr lang="en-IN" dirty="0">
                <a:latin typeface="Consolas" panose="020B0609020204030204" pitchFamily="49" charset="0"/>
              </a:rPr>
              <a:t>	D) </a:t>
            </a:r>
            <a:r>
              <a:rPr lang="en-IN" b="0" dirty="0">
                <a:effectLst/>
                <a:latin typeface="Consolas" panose="020B0609020204030204" pitchFamily="49" charset="0"/>
              </a:rPr>
              <a:t>ElasticsearchBM25Retriever</a:t>
            </a:r>
          </a:p>
          <a:p>
            <a:pPr marL="0" indent="0">
              <a:buNone/>
            </a:pPr>
            <a:r>
              <a:rPr lang="en-IN" b="0" dirty="0">
                <a:effectLst/>
                <a:latin typeface="Consolas" panose="020B0609020204030204" pitchFamily="49" charset="0"/>
              </a:rPr>
              <a:t>	E) OPENSEARCJ25RETRIEVER</a:t>
            </a:r>
          </a:p>
          <a:p>
            <a:pPr marL="0" indent="0">
              <a:buNone/>
            </a:pPr>
            <a:endParaRPr lang="en-IN" dirty="0">
              <a:effectLst/>
              <a:latin typeface="Consolas" panose="020B0609020204030204" pitchFamily="49" charset="0"/>
            </a:endParaRPr>
          </a:p>
          <a:p>
            <a:pPr marL="0" indent="0">
              <a:buNone/>
            </a:pPr>
            <a:endParaRPr lang="en-IN" dirty="0"/>
          </a:p>
        </p:txBody>
      </p:sp>
    </p:spTree>
    <p:extLst>
      <p:ext uri="{BB962C8B-B14F-4D97-AF65-F5344CB8AC3E}">
        <p14:creationId xmlns:p14="http://schemas.microsoft.com/office/powerpoint/2010/main" val="512855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1A4A2-0874-60A3-33C0-7CDF220D4CB7}"/>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EACE4490-4999-F64E-732A-3D7894CE1AA6}"/>
              </a:ext>
            </a:extLst>
          </p:cNvPr>
          <p:cNvSpPr>
            <a:spLocks noGrp="1"/>
          </p:cNvSpPr>
          <p:nvPr>
            <p:ph type="title"/>
          </p:nvPr>
        </p:nvSpPr>
        <p:spPr/>
        <p:txBody>
          <a:bodyPr/>
          <a:lstStyle/>
          <a:p>
            <a:r>
              <a:rPr lang="en-US" dirty="0"/>
              <a:t>Breakdown</a:t>
            </a:r>
          </a:p>
        </p:txBody>
      </p:sp>
      <p:sp>
        <p:nvSpPr>
          <p:cNvPr id="4" name="Slide Number Placeholder 3">
            <a:extLst>
              <a:ext uri="{FF2B5EF4-FFF2-40B4-BE49-F238E27FC236}">
                <a16:creationId xmlns:a16="http://schemas.microsoft.com/office/drawing/2014/main" id="{5EB2E3FE-9209-5807-B3D8-128396E653FB}"/>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16</a:t>
            </a:fld>
            <a:endParaRPr lang="en-US" dirty="0"/>
          </a:p>
        </p:txBody>
      </p:sp>
      <p:sp>
        <p:nvSpPr>
          <p:cNvPr id="8" name="Content Placeholder 7">
            <a:extLst>
              <a:ext uri="{FF2B5EF4-FFF2-40B4-BE49-F238E27FC236}">
                <a16:creationId xmlns:a16="http://schemas.microsoft.com/office/drawing/2014/main" id="{2AE18B97-E366-D98A-F89C-DF9D7AEBC508}"/>
              </a:ext>
            </a:extLst>
          </p:cNvPr>
          <p:cNvSpPr>
            <a:spLocks noGrp="1"/>
          </p:cNvSpPr>
          <p:nvPr>
            <p:ph sz="quarter" idx="13"/>
          </p:nvPr>
        </p:nvSpPr>
        <p:spPr/>
        <p:txBody>
          <a:bodyPr>
            <a:normAutofit/>
          </a:bodyPr>
          <a:lstStyle/>
          <a:p>
            <a:pPr marL="457200" indent="-457200">
              <a:buAutoNum type="arabicPeriod"/>
            </a:pPr>
            <a:r>
              <a:rPr lang="en-IN" dirty="0"/>
              <a:t>Experimenting WITH VARIOUS EMBEDDINGS</a:t>
            </a:r>
          </a:p>
          <a:p>
            <a:pPr marL="0" indent="0">
              <a:buNone/>
            </a:pPr>
            <a:r>
              <a:rPr lang="en-IN" dirty="0"/>
              <a:t>	a) </a:t>
            </a:r>
            <a:r>
              <a:rPr lang="en-IN" sz="1200" b="0" dirty="0">
                <a:solidFill>
                  <a:srgbClr val="CE9178"/>
                </a:solidFill>
                <a:effectLst/>
                <a:latin typeface="Consolas" panose="020B0609020204030204" pitchFamily="49" charset="0"/>
              </a:rPr>
              <a:t>text-embedding-3-small</a:t>
            </a:r>
            <a:endParaRPr lang="en-IN" sz="1200" dirty="0"/>
          </a:p>
          <a:p>
            <a:pPr marL="0" indent="0">
              <a:buNone/>
            </a:pPr>
            <a:r>
              <a:rPr lang="en-IN" dirty="0"/>
              <a:t>	B)  </a:t>
            </a:r>
            <a:r>
              <a:rPr lang="en-IN" sz="1200" b="0" dirty="0">
                <a:solidFill>
                  <a:srgbClr val="CE9178"/>
                </a:solidFill>
                <a:effectLst/>
                <a:latin typeface="Consolas" panose="020B0609020204030204" pitchFamily="49" charset="0"/>
              </a:rPr>
              <a:t>text-embedding-3-large</a:t>
            </a:r>
            <a:endParaRPr lang="en-IN" sz="1200" dirty="0"/>
          </a:p>
          <a:p>
            <a:pPr marL="0" indent="0">
              <a:buNone/>
            </a:pPr>
            <a:r>
              <a:rPr lang="en-IN" dirty="0"/>
              <a:t>	C) </a:t>
            </a:r>
            <a:r>
              <a:rPr lang="en-IN" sz="1200" b="0" dirty="0">
                <a:solidFill>
                  <a:srgbClr val="CE9178"/>
                </a:solidFill>
                <a:effectLst/>
                <a:latin typeface="Consolas" panose="020B0609020204030204" pitchFamily="49" charset="0"/>
              </a:rPr>
              <a:t>text-embedding-ada-002</a:t>
            </a:r>
            <a:endParaRPr lang="en-IN" sz="1200" dirty="0"/>
          </a:p>
          <a:p>
            <a:pPr marL="0" indent="0">
              <a:buNone/>
            </a:pPr>
            <a:r>
              <a:rPr lang="en-IN" dirty="0"/>
              <a:t>	D) </a:t>
            </a:r>
            <a:r>
              <a:rPr lang="en-IN" sz="1200" b="0" dirty="0">
                <a:solidFill>
                  <a:srgbClr val="CE9178"/>
                </a:solidFill>
                <a:effectLst/>
                <a:latin typeface="Consolas" panose="020B0609020204030204" pitchFamily="49" charset="0"/>
              </a:rPr>
              <a:t>lmstudio-community/granite-embedding-125m-english-GGUF</a:t>
            </a:r>
            <a:endParaRPr lang="en-IN" sz="1200" dirty="0"/>
          </a:p>
          <a:p>
            <a:pPr marL="0" indent="0">
              <a:buNone/>
            </a:pPr>
            <a:r>
              <a:rPr lang="en-IN" dirty="0"/>
              <a:t>	E)  </a:t>
            </a:r>
            <a:r>
              <a:rPr lang="en-IN" sz="1200" b="0" dirty="0">
                <a:solidFill>
                  <a:srgbClr val="CE9178"/>
                </a:solidFill>
                <a:effectLst/>
                <a:latin typeface="Consolas" panose="020B0609020204030204" pitchFamily="49" charset="0"/>
              </a:rPr>
              <a:t>RedHatAI/bge-large-en-v1.5-quant</a:t>
            </a:r>
          </a:p>
          <a:p>
            <a:pPr marL="0" indent="0">
              <a:buNone/>
            </a:pPr>
            <a:r>
              <a:rPr lang="en-IN" dirty="0"/>
              <a:t>	F)  </a:t>
            </a:r>
            <a:r>
              <a:rPr lang="en-IN" sz="1200" b="0" dirty="0">
                <a:solidFill>
                  <a:srgbClr val="CE9178"/>
                </a:solidFill>
                <a:effectLst/>
                <a:latin typeface="Consolas" panose="020B0609020204030204" pitchFamily="49" charset="0"/>
              </a:rPr>
              <a:t>jinaai/jina-reranker-v1-tiny-en</a:t>
            </a:r>
          </a:p>
          <a:p>
            <a:pPr marL="0" indent="0">
              <a:buNone/>
            </a:pPr>
            <a:r>
              <a:rPr lang="en-IN" dirty="0"/>
              <a:t>	G) </a:t>
            </a:r>
            <a:r>
              <a:rPr lang="en-IN" sz="1200" b="0" dirty="0">
                <a:solidFill>
                  <a:srgbClr val="CE9178"/>
                </a:solidFill>
                <a:effectLst/>
                <a:latin typeface="Consolas" panose="020B0609020204030204" pitchFamily="49" charset="0"/>
              </a:rPr>
              <a:t>sentence-transformers/all-mpnet-base-v2</a:t>
            </a:r>
            <a:endParaRPr lang="en-IN" sz="1200" dirty="0"/>
          </a:p>
          <a:p>
            <a:pPr marL="0" indent="0">
              <a:buNone/>
            </a:pPr>
            <a:endParaRPr lang="en-IN" dirty="0"/>
          </a:p>
        </p:txBody>
      </p:sp>
    </p:spTree>
    <p:extLst>
      <p:ext uri="{BB962C8B-B14F-4D97-AF65-F5344CB8AC3E}">
        <p14:creationId xmlns:p14="http://schemas.microsoft.com/office/powerpoint/2010/main" val="3614114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93F5A-2B90-ADBE-D0E7-D0C520948AE0}"/>
            </a:ext>
          </a:extLst>
        </p:cNvPr>
        <p:cNvGrpSpPr/>
        <p:nvPr/>
      </p:nvGrpSpPr>
      <p:grpSpPr>
        <a:xfrm>
          <a:off x="0" y="0"/>
          <a:ext cx="0" cy="0"/>
          <a:chOff x="0" y="0"/>
          <a:chExt cx="0" cy="0"/>
        </a:xfrm>
      </p:grpSpPr>
      <p:sp>
        <p:nvSpPr>
          <p:cNvPr id="11" name="Title 2">
            <a:extLst>
              <a:ext uri="{FF2B5EF4-FFF2-40B4-BE49-F238E27FC236}">
                <a16:creationId xmlns:a16="http://schemas.microsoft.com/office/drawing/2014/main" id="{15C61092-C0BD-D6CD-0C14-A987B8B70FA3}"/>
              </a:ext>
            </a:extLst>
          </p:cNvPr>
          <p:cNvSpPr>
            <a:spLocks noGrp="1"/>
          </p:cNvSpPr>
          <p:nvPr>
            <p:ph type="title"/>
          </p:nvPr>
        </p:nvSpPr>
        <p:spPr>
          <a:xfrm>
            <a:off x="914400" y="914400"/>
            <a:ext cx="10360152" cy="2843784"/>
          </a:xfrm>
        </p:spPr>
        <p:txBody>
          <a:bodyPr anchor="b"/>
          <a:lstStyle/>
          <a:p>
            <a:r>
              <a:rPr lang="en-US" dirty="0"/>
              <a:t>Pinnacle Program Extra Material</a:t>
            </a:r>
          </a:p>
        </p:txBody>
      </p:sp>
    </p:spTree>
    <p:extLst>
      <p:ext uri="{BB962C8B-B14F-4D97-AF65-F5344CB8AC3E}">
        <p14:creationId xmlns:p14="http://schemas.microsoft.com/office/powerpoint/2010/main" val="8639376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3D08F-27FA-1EC4-1BC7-A5079223AF99}"/>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91D0C342-AAA0-B326-B4C8-5705D9263711}"/>
              </a:ext>
            </a:extLst>
          </p:cNvPr>
          <p:cNvSpPr>
            <a:spLocks noGrp="1"/>
          </p:cNvSpPr>
          <p:nvPr>
            <p:ph type="title"/>
          </p:nvPr>
        </p:nvSpPr>
        <p:spPr/>
        <p:txBody>
          <a:bodyPr/>
          <a:lstStyle/>
          <a:p>
            <a:pPr algn="ctr"/>
            <a:r>
              <a:rPr lang="en-US" dirty="0"/>
              <a:t>Pinnacle Program Extra Material</a:t>
            </a:r>
          </a:p>
        </p:txBody>
      </p:sp>
      <p:sp>
        <p:nvSpPr>
          <p:cNvPr id="3" name="Content Placeholder 2">
            <a:extLst>
              <a:ext uri="{FF2B5EF4-FFF2-40B4-BE49-F238E27FC236}">
                <a16:creationId xmlns:a16="http://schemas.microsoft.com/office/drawing/2014/main" id="{417D7F60-E7FD-F110-6EDD-DCBB0102CBCC}"/>
              </a:ext>
            </a:extLst>
          </p:cNvPr>
          <p:cNvSpPr>
            <a:spLocks noGrp="1"/>
          </p:cNvSpPr>
          <p:nvPr>
            <p:ph sz="quarter" idx="12"/>
          </p:nvPr>
        </p:nvSpPr>
        <p:spPr>
          <a:xfrm>
            <a:off x="914398" y="2039111"/>
            <a:ext cx="10360151" cy="4312528"/>
          </a:xfrm>
        </p:spPr>
        <p:txBody>
          <a:bodyPr>
            <a:normAutofit/>
          </a:bodyPr>
          <a:lstStyle/>
          <a:p>
            <a:pPr marL="457200" indent="-457200" algn="just">
              <a:buAutoNum type="arabicParenR"/>
            </a:pPr>
            <a:r>
              <a:rPr lang="en-US" sz="2400" dirty="0">
                <a:solidFill>
                  <a:srgbClr val="000000"/>
                </a:solidFill>
              </a:rPr>
              <a:t>Reinforcement Learning</a:t>
            </a:r>
          </a:p>
          <a:p>
            <a:pPr algn="just"/>
            <a:r>
              <a:rPr lang="en-US" sz="2400" dirty="0">
                <a:solidFill>
                  <a:srgbClr val="000000"/>
                </a:solidFill>
              </a:rPr>
              <a:t>	a) Reward Function</a:t>
            </a:r>
          </a:p>
          <a:p>
            <a:pPr algn="just"/>
            <a:r>
              <a:rPr lang="en-US" sz="2400" dirty="0">
                <a:solidFill>
                  <a:srgbClr val="000000"/>
                </a:solidFill>
              </a:rPr>
              <a:t>	b) Q-Function</a:t>
            </a:r>
          </a:p>
          <a:p>
            <a:pPr algn="just"/>
            <a:r>
              <a:rPr lang="en-US" sz="2400" dirty="0">
                <a:solidFill>
                  <a:srgbClr val="000000"/>
                </a:solidFill>
              </a:rPr>
              <a:t>	c) PPO</a:t>
            </a:r>
          </a:p>
          <a:p>
            <a:pPr algn="just"/>
            <a:r>
              <a:rPr lang="en-US" sz="2400" dirty="0">
                <a:solidFill>
                  <a:srgbClr val="000000"/>
                </a:solidFill>
              </a:rPr>
              <a:t>	d) Bradly Terry Model</a:t>
            </a:r>
          </a:p>
          <a:p>
            <a:pPr algn="just"/>
            <a:r>
              <a:rPr lang="en-US" sz="2400" dirty="0">
                <a:solidFill>
                  <a:srgbClr val="000000"/>
                </a:solidFill>
              </a:rPr>
              <a:t>2) Stable Diffusion</a:t>
            </a:r>
          </a:p>
          <a:p>
            <a:pPr algn="just"/>
            <a:r>
              <a:rPr lang="en-US" sz="2400" dirty="0">
                <a:solidFill>
                  <a:srgbClr val="000000"/>
                </a:solidFill>
              </a:rPr>
              <a:t>	a) Gaussian Noising				d) Midjourney</a:t>
            </a:r>
          </a:p>
          <a:p>
            <a:pPr algn="just"/>
            <a:r>
              <a:rPr lang="en-US" sz="2400" dirty="0">
                <a:solidFill>
                  <a:srgbClr val="000000"/>
                </a:solidFill>
              </a:rPr>
              <a:t>	b) Forward Diffusion and Backward Diffusion  e) Pix2Pix Paper Review</a:t>
            </a:r>
          </a:p>
          <a:p>
            <a:pPr algn="just"/>
            <a:r>
              <a:rPr lang="en-US" sz="2400" dirty="0">
                <a:solidFill>
                  <a:srgbClr val="000000"/>
                </a:solidFill>
              </a:rPr>
              <a:t>	c) </a:t>
            </a:r>
            <a:r>
              <a:rPr lang="en-US" sz="2400" dirty="0" err="1">
                <a:solidFill>
                  <a:srgbClr val="000000"/>
                </a:solidFill>
              </a:rPr>
              <a:t>Latents</a:t>
            </a:r>
            <a:r>
              <a:rPr lang="en-US" sz="2400" dirty="0">
                <a:solidFill>
                  <a:srgbClr val="000000"/>
                </a:solidFill>
              </a:rPr>
              <a:t>					d) Dalle</a:t>
            </a:r>
          </a:p>
        </p:txBody>
      </p:sp>
      <p:sp>
        <p:nvSpPr>
          <p:cNvPr id="5" name="Slide Number Placeholder 4">
            <a:extLst>
              <a:ext uri="{FF2B5EF4-FFF2-40B4-BE49-F238E27FC236}">
                <a16:creationId xmlns:a16="http://schemas.microsoft.com/office/drawing/2014/main" id="{64A1231C-9DE2-67D0-FAE5-DCD8D3A96EEA}"/>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18</a:t>
            </a:fld>
            <a:endParaRPr lang="en-US" dirty="0"/>
          </a:p>
        </p:txBody>
      </p:sp>
    </p:spTree>
    <p:extLst>
      <p:ext uri="{BB962C8B-B14F-4D97-AF65-F5344CB8AC3E}">
        <p14:creationId xmlns:p14="http://schemas.microsoft.com/office/powerpoint/2010/main" val="12022880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02594-24C3-2D40-9B7B-9ED6BF30C6B3}"/>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63326992-C759-A793-A5EE-AB56CA9642DC}"/>
              </a:ext>
            </a:extLst>
          </p:cNvPr>
          <p:cNvSpPr>
            <a:spLocks noGrp="1"/>
          </p:cNvSpPr>
          <p:nvPr>
            <p:ph type="title"/>
          </p:nvPr>
        </p:nvSpPr>
        <p:spPr/>
        <p:txBody>
          <a:bodyPr/>
          <a:lstStyle/>
          <a:p>
            <a:pPr algn="ctr"/>
            <a:r>
              <a:rPr lang="en-US" dirty="0"/>
              <a:t>Pinnacle Program Extra Material</a:t>
            </a:r>
          </a:p>
        </p:txBody>
      </p:sp>
      <p:sp>
        <p:nvSpPr>
          <p:cNvPr id="3" name="Content Placeholder 2">
            <a:extLst>
              <a:ext uri="{FF2B5EF4-FFF2-40B4-BE49-F238E27FC236}">
                <a16:creationId xmlns:a16="http://schemas.microsoft.com/office/drawing/2014/main" id="{60D68AED-0C66-28E2-7AC9-1EFC4D6AF8DB}"/>
              </a:ext>
            </a:extLst>
          </p:cNvPr>
          <p:cNvSpPr>
            <a:spLocks noGrp="1"/>
          </p:cNvSpPr>
          <p:nvPr>
            <p:ph sz="quarter" idx="12"/>
          </p:nvPr>
        </p:nvSpPr>
        <p:spPr>
          <a:xfrm>
            <a:off x="914398" y="2039111"/>
            <a:ext cx="10360151" cy="4312528"/>
          </a:xfrm>
        </p:spPr>
        <p:txBody>
          <a:bodyPr>
            <a:normAutofit/>
          </a:bodyPr>
          <a:lstStyle/>
          <a:p>
            <a:pPr marL="457200" indent="-457200" algn="just">
              <a:buAutoNum type="arabicParenR"/>
            </a:pPr>
            <a:r>
              <a:rPr lang="en-US" sz="2400" dirty="0">
                <a:solidFill>
                  <a:srgbClr val="000000"/>
                </a:solidFill>
              </a:rPr>
              <a:t>Workshop Materials</a:t>
            </a:r>
          </a:p>
          <a:p>
            <a:pPr algn="just"/>
            <a:r>
              <a:rPr lang="en-US" sz="2400" dirty="0">
                <a:solidFill>
                  <a:srgbClr val="000000"/>
                </a:solidFill>
              </a:rPr>
              <a:t>	a) NLP						</a:t>
            </a:r>
            <a:r>
              <a:rPr lang="en-US" sz="2400" dirty="0" err="1">
                <a:solidFill>
                  <a:srgbClr val="000000"/>
                </a:solidFill>
              </a:rPr>
              <a:t>i</a:t>
            </a:r>
            <a:r>
              <a:rPr lang="en-US" sz="2400" dirty="0">
                <a:solidFill>
                  <a:srgbClr val="000000"/>
                </a:solidFill>
              </a:rPr>
              <a:t>) Recording Materials</a:t>
            </a:r>
          </a:p>
          <a:p>
            <a:pPr algn="just"/>
            <a:r>
              <a:rPr lang="en-US" sz="2400" dirty="0">
                <a:solidFill>
                  <a:srgbClr val="000000"/>
                </a:solidFill>
              </a:rPr>
              <a:t>	b) Encoder Decoder Model			j) PPT and PDF</a:t>
            </a:r>
          </a:p>
          <a:p>
            <a:pPr algn="just"/>
            <a:r>
              <a:rPr lang="en-US" sz="2400" dirty="0">
                <a:solidFill>
                  <a:srgbClr val="000000"/>
                </a:solidFill>
              </a:rPr>
              <a:t>	c) Rag System With LLM			k) Hands-On</a:t>
            </a:r>
          </a:p>
          <a:p>
            <a:pPr algn="just"/>
            <a:r>
              <a:rPr lang="en-US" sz="2400" dirty="0">
                <a:solidFill>
                  <a:srgbClr val="000000"/>
                </a:solidFill>
              </a:rPr>
              <a:t>	d) Transformer	</a:t>
            </a:r>
          </a:p>
          <a:p>
            <a:pPr algn="just"/>
            <a:r>
              <a:rPr lang="en-US" sz="2400" dirty="0">
                <a:solidFill>
                  <a:srgbClr val="000000"/>
                </a:solidFill>
              </a:rPr>
              <a:t>	e) Hugging Face, Kaggle Dataset</a:t>
            </a:r>
          </a:p>
          <a:p>
            <a:pPr algn="just"/>
            <a:r>
              <a:rPr lang="en-US" sz="2400" dirty="0">
                <a:solidFill>
                  <a:srgbClr val="000000"/>
                </a:solidFill>
              </a:rPr>
              <a:t>	f) Prompting and Prompting Techniques</a:t>
            </a:r>
          </a:p>
          <a:p>
            <a:pPr algn="just"/>
            <a:r>
              <a:rPr lang="en-US" sz="2400" dirty="0">
                <a:solidFill>
                  <a:srgbClr val="000000"/>
                </a:solidFill>
              </a:rPr>
              <a:t>	g) Chain-of-Thought and Tree-of-Thought</a:t>
            </a:r>
          </a:p>
          <a:p>
            <a:pPr algn="just"/>
            <a:r>
              <a:rPr lang="en-US" sz="2400" dirty="0">
                <a:solidFill>
                  <a:srgbClr val="000000"/>
                </a:solidFill>
              </a:rPr>
              <a:t>	h) EDA and Statistics</a:t>
            </a:r>
          </a:p>
        </p:txBody>
      </p:sp>
      <p:sp>
        <p:nvSpPr>
          <p:cNvPr id="5" name="Slide Number Placeholder 4">
            <a:extLst>
              <a:ext uri="{FF2B5EF4-FFF2-40B4-BE49-F238E27FC236}">
                <a16:creationId xmlns:a16="http://schemas.microsoft.com/office/drawing/2014/main" id="{11710B63-DD0F-E524-83FF-45919FAC4130}"/>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19</a:t>
            </a:fld>
            <a:endParaRPr lang="en-US" dirty="0"/>
          </a:p>
        </p:txBody>
      </p:sp>
    </p:spTree>
    <p:extLst>
      <p:ext uri="{BB962C8B-B14F-4D97-AF65-F5344CB8AC3E}">
        <p14:creationId xmlns:p14="http://schemas.microsoft.com/office/powerpoint/2010/main" val="38709041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44145-2BEC-CB6C-F5B7-885D268206CF}"/>
            </a:ext>
          </a:extLst>
        </p:cNvPr>
        <p:cNvGrpSpPr/>
        <p:nvPr/>
      </p:nvGrpSpPr>
      <p:grpSpPr>
        <a:xfrm>
          <a:off x="0" y="0"/>
          <a:ext cx="0" cy="0"/>
          <a:chOff x="0" y="0"/>
          <a:chExt cx="0" cy="0"/>
        </a:xfrm>
      </p:grpSpPr>
      <p:sp>
        <p:nvSpPr>
          <p:cNvPr id="17" name="Title 16">
            <a:extLst>
              <a:ext uri="{FF2B5EF4-FFF2-40B4-BE49-F238E27FC236}">
                <a16:creationId xmlns:a16="http://schemas.microsoft.com/office/drawing/2014/main" id="{96339BD6-4BD2-3D09-E771-69DF28FD86BE}"/>
              </a:ext>
            </a:extLst>
          </p:cNvPr>
          <p:cNvSpPr>
            <a:spLocks noGrp="1"/>
          </p:cNvSpPr>
          <p:nvPr>
            <p:ph type="title"/>
          </p:nvPr>
        </p:nvSpPr>
        <p:spPr/>
        <p:txBody>
          <a:bodyPr/>
          <a:lstStyle/>
          <a:p>
            <a:pPr algn="ctr"/>
            <a:r>
              <a:rPr lang="en-US" dirty="0"/>
              <a:t>Pinnacle Program Extra Material</a:t>
            </a:r>
          </a:p>
        </p:txBody>
      </p:sp>
      <p:sp>
        <p:nvSpPr>
          <p:cNvPr id="3" name="Content Placeholder 2">
            <a:extLst>
              <a:ext uri="{FF2B5EF4-FFF2-40B4-BE49-F238E27FC236}">
                <a16:creationId xmlns:a16="http://schemas.microsoft.com/office/drawing/2014/main" id="{5054F6EA-EBAF-0184-874F-8FE0EE46BA57}"/>
              </a:ext>
            </a:extLst>
          </p:cNvPr>
          <p:cNvSpPr>
            <a:spLocks noGrp="1"/>
          </p:cNvSpPr>
          <p:nvPr>
            <p:ph sz="quarter" idx="12"/>
          </p:nvPr>
        </p:nvSpPr>
        <p:spPr>
          <a:xfrm>
            <a:off x="914398" y="2039111"/>
            <a:ext cx="10360151" cy="4312528"/>
          </a:xfrm>
        </p:spPr>
        <p:txBody>
          <a:bodyPr>
            <a:normAutofit/>
          </a:bodyPr>
          <a:lstStyle/>
          <a:p>
            <a:pPr marL="457200" indent="-457200" algn="just">
              <a:buAutoNum type="arabicParenR"/>
            </a:pPr>
            <a:r>
              <a:rPr lang="en-US" sz="2400" dirty="0">
                <a:solidFill>
                  <a:srgbClr val="000000"/>
                </a:solidFill>
              </a:rPr>
              <a:t>Assignments and Mentorship</a:t>
            </a:r>
          </a:p>
          <a:p>
            <a:pPr algn="just"/>
            <a:r>
              <a:rPr lang="en-US" sz="2400" dirty="0">
                <a:solidFill>
                  <a:srgbClr val="000000"/>
                </a:solidFill>
              </a:rPr>
              <a:t>	a) Covered Every aspect of the module</a:t>
            </a:r>
          </a:p>
          <a:p>
            <a:pPr algn="just"/>
            <a:r>
              <a:rPr lang="en-US" sz="2400" dirty="0">
                <a:solidFill>
                  <a:srgbClr val="000000"/>
                </a:solidFill>
              </a:rPr>
              <a:t>	b) Challenging enough</a:t>
            </a:r>
          </a:p>
          <a:p>
            <a:pPr algn="just"/>
            <a:r>
              <a:rPr lang="en-US" sz="2400" dirty="0">
                <a:solidFill>
                  <a:srgbClr val="000000"/>
                </a:solidFill>
              </a:rPr>
              <a:t>	c) Made us review the concept multiple times</a:t>
            </a:r>
          </a:p>
          <a:p>
            <a:pPr algn="just"/>
            <a:r>
              <a:rPr lang="en-US" sz="2400" dirty="0">
                <a:solidFill>
                  <a:srgbClr val="000000"/>
                </a:solidFill>
              </a:rPr>
              <a:t>	d) Mentorship made things streamline</a:t>
            </a:r>
          </a:p>
          <a:p>
            <a:pPr algn="just"/>
            <a:r>
              <a:rPr lang="en-US" sz="2400" dirty="0">
                <a:solidFill>
                  <a:srgbClr val="000000"/>
                </a:solidFill>
              </a:rPr>
              <a:t>	e) Helped us to introduce to world of Data </a:t>
            </a:r>
            <a:r>
              <a:rPr lang="en-US" sz="2400" dirty="0" err="1">
                <a:solidFill>
                  <a:srgbClr val="000000"/>
                </a:solidFill>
              </a:rPr>
              <a:t>Scinece</a:t>
            </a:r>
            <a:endParaRPr lang="en-US" sz="2400" dirty="0">
              <a:solidFill>
                <a:srgbClr val="000000"/>
              </a:solidFill>
            </a:endParaRPr>
          </a:p>
        </p:txBody>
      </p:sp>
      <p:sp>
        <p:nvSpPr>
          <p:cNvPr id="5" name="Slide Number Placeholder 4">
            <a:extLst>
              <a:ext uri="{FF2B5EF4-FFF2-40B4-BE49-F238E27FC236}">
                <a16:creationId xmlns:a16="http://schemas.microsoft.com/office/drawing/2014/main" id="{F1F0209C-1007-3A25-8E5A-8827CDC45FDD}"/>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20</a:t>
            </a:fld>
            <a:endParaRPr lang="en-US" dirty="0"/>
          </a:p>
        </p:txBody>
      </p:sp>
    </p:spTree>
    <p:extLst>
      <p:ext uri="{BB962C8B-B14F-4D97-AF65-F5344CB8AC3E}">
        <p14:creationId xmlns:p14="http://schemas.microsoft.com/office/powerpoint/2010/main" val="27658388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p:txBody>
          <a:bodyPr/>
          <a:lstStyle/>
          <a:p>
            <a:r>
              <a:rPr lang="en-US" dirty="0"/>
              <a:t>Thank You</a:t>
            </a:r>
          </a:p>
        </p:txBody>
      </p:sp>
      <p:sp>
        <p:nvSpPr>
          <p:cNvPr id="11" name="Content Placeholder 10">
            <a:extLst>
              <a:ext uri="{FF2B5EF4-FFF2-40B4-BE49-F238E27FC236}">
                <a16:creationId xmlns:a16="http://schemas.microsoft.com/office/drawing/2014/main" id="{C6DCC38C-603B-CCD0-2914-0BBCD4F4F74E}"/>
              </a:ext>
            </a:extLst>
          </p:cNvPr>
          <p:cNvSpPr>
            <a:spLocks noGrp="1"/>
          </p:cNvSpPr>
          <p:nvPr>
            <p:ph sz="quarter" idx="13"/>
          </p:nvPr>
        </p:nvSpPr>
        <p:spPr>
          <a:xfrm>
            <a:off x="6848856" y="914400"/>
            <a:ext cx="3867912" cy="5029200"/>
          </a:xfrm>
        </p:spPr>
        <p:txBody>
          <a:bodyPr anchor="ctr"/>
          <a:lstStyle/>
          <a:p>
            <a:r>
              <a:rPr lang="en-US" dirty="0"/>
              <a:t>AVIRAL VERMA</a:t>
            </a:r>
          </a:p>
          <a:p>
            <a:pPr lvl="1"/>
            <a:r>
              <a:rPr lang="en-US" dirty="0"/>
              <a:t>aviralverma10092000@gmail.com</a:t>
            </a:r>
          </a:p>
          <a:p>
            <a:endParaRPr lang="en-US" dirty="0"/>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{0120CB0B-2FB9-4183-A674-3EC4B2B4352B}tf11964407_win32</Template>
  <TotalTime>826</TotalTime>
  <Words>827</Words>
  <Application>Microsoft Office PowerPoint</Application>
  <PresentationFormat>Widescreen</PresentationFormat>
  <Paragraphs>180</Paragraphs>
  <Slides>21</Slides>
  <Notes>17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Consolas</vt:lpstr>
      <vt:lpstr>Courier New</vt:lpstr>
      <vt:lpstr>Gill Sans Nova Light</vt:lpstr>
      <vt:lpstr>Lato</vt:lpstr>
      <vt:lpstr>Sagona Book</vt:lpstr>
      <vt:lpstr>Custom</vt:lpstr>
      <vt:lpstr>Pinnacle Program Capstone Journey </vt:lpstr>
      <vt:lpstr>Agenda</vt:lpstr>
      <vt:lpstr>INTRODUCTION</vt:lpstr>
      <vt:lpstr>Introduction</vt:lpstr>
      <vt:lpstr>GENERAL OVERVIEW</vt:lpstr>
      <vt:lpstr>How did my journey have been so far…</vt:lpstr>
      <vt:lpstr>Module Covered</vt:lpstr>
      <vt:lpstr>What Did I learn So Far</vt:lpstr>
      <vt:lpstr>Business Terms</vt:lpstr>
      <vt:lpstr>Technical Terms</vt:lpstr>
      <vt:lpstr>Technical Terms</vt:lpstr>
      <vt:lpstr>Management Terms</vt:lpstr>
      <vt:lpstr>Capstone Assignment</vt:lpstr>
      <vt:lpstr>PROBLEM STATEMENT </vt:lpstr>
      <vt:lpstr>Breakdown</vt:lpstr>
      <vt:lpstr>Breakdown</vt:lpstr>
      <vt:lpstr>Pinnacle Program Extra Material</vt:lpstr>
      <vt:lpstr>Pinnacle Program Extra Material</vt:lpstr>
      <vt:lpstr>Pinnacle Program Extra Material</vt:lpstr>
      <vt:lpstr>Pinnacle Program Extra Material</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Aviral Verma</dc:creator>
  <cp:lastModifiedBy>Aviral Verma</cp:lastModifiedBy>
  <cp:revision>1</cp:revision>
  <dcterms:created xsi:type="dcterms:W3CDTF">2025-05-05T05:37:35Z</dcterms:created>
  <dcterms:modified xsi:type="dcterms:W3CDTF">2025-05-12T07:34:41Z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